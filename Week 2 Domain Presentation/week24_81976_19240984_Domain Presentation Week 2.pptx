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5" r:id="rId4"/>
    <p:sldMasterId id="2147483726" r:id="rId5"/>
    <p:sldMasterId id="214748372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y="5143500" cx="9144000"/>
  <p:notesSz cx="6858000" cy="9144000"/>
  <p:embeddedFontLst>
    <p:embeddedFont>
      <p:font typeface="Lato"/>
      <p:regular r:id="rId12"/>
      <p:bold r:id="rId13"/>
      <p:italic r:id="rId14"/>
      <p:boldItalic r:id="rId15"/>
    </p:embeddedFont>
    <p:embeddedFont>
      <p:font typeface="Bebas Neue"/>
      <p:regular r:id="rId16"/>
    </p:embeddedFont>
    <p:embeddedFont>
      <p:font typeface="Archivo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17" Type="http://schemas.openxmlformats.org/officeDocument/2006/relationships/font" Target="fonts/ArchivoBlack-regular.fntdata"/><Relationship Id="rId16" Type="http://schemas.openxmlformats.org/officeDocument/2006/relationships/font" Target="fonts/Bebas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3fbb6dda129_3_4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3fbb6dda129_3_4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3fbb6dda129_3_45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8" name="Google Shape;2018;g3fbb6dda129_3_45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Daniel</a:t>
            </a:r>
            <a:endParaRPr/>
          </a:p>
        </p:txBody>
      </p:sp>
      <p:sp>
        <p:nvSpPr>
          <p:cNvPr id="2019" name="Google Shape;2019;g3fbb6dda129_3_45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3fbb6dda129_3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3fbb6dda129_3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3fbb6dda129_3_9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3fbb6dda129_3_9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www.freepik.com/" TargetMode="Externa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www.freepik.com/" TargetMode="Externa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/>
          <p:nvPr/>
        </p:nvSpPr>
        <p:spPr>
          <a:xfrm>
            <a:off x="2180788" y="119950"/>
            <a:ext cx="4782300" cy="5023800"/>
          </a:xfrm>
          <a:prstGeom prst="round2SameRect">
            <a:avLst>
              <a:gd fmla="val 48081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5"/>
          <p:cNvGrpSpPr/>
          <p:nvPr/>
        </p:nvGrpSpPr>
        <p:grpSpPr>
          <a:xfrm>
            <a:off x="2702905" y="224350"/>
            <a:ext cx="3738190" cy="5905198"/>
            <a:chOff x="2724688" y="224350"/>
            <a:chExt cx="3738190" cy="5905198"/>
          </a:xfrm>
        </p:grpSpPr>
        <p:sp>
          <p:nvSpPr>
            <p:cNvPr id="57" name="Google Shape;57;p15"/>
            <p:cNvSpPr/>
            <p:nvPr/>
          </p:nvSpPr>
          <p:spPr>
            <a:xfrm>
              <a:off x="2724688" y="224350"/>
              <a:ext cx="3738190" cy="5905198"/>
            </a:xfrm>
            <a:custGeom>
              <a:rect b="b" l="l" r="r" t="t"/>
              <a:pathLst>
                <a:path extrusionOk="0" h="91105" w="50593">
                  <a:moveTo>
                    <a:pt x="3773" y="1"/>
                  </a:moveTo>
                  <a:cubicBezTo>
                    <a:pt x="1682" y="1"/>
                    <a:pt x="1" y="1691"/>
                    <a:pt x="1" y="3773"/>
                  </a:cubicBezTo>
                  <a:lnTo>
                    <a:pt x="1" y="87333"/>
                  </a:lnTo>
                  <a:cubicBezTo>
                    <a:pt x="1" y="89423"/>
                    <a:pt x="1691" y="91105"/>
                    <a:pt x="3773" y="91105"/>
                  </a:cubicBezTo>
                  <a:lnTo>
                    <a:pt x="45657" y="91105"/>
                  </a:lnTo>
                  <a:cubicBezTo>
                    <a:pt x="47748" y="91105"/>
                    <a:pt x="49429" y="89414"/>
                    <a:pt x="49429" y="87333"/>
                  </a:cubicBezTo>
                  <a:lnTo>
                    <a:pt x="49429" y="31269"/>
                  </a:lnTo>
                  <a:lnTo>
                    <a:pt x="49748" y="31269"/>
                  </a:lnTo>
                  <a:cubicBezTo>
                    <a:pt x="50593" y="31269"/>
                    <a:pt x="50475" y="30578"/>
                    <a:pt x="50475" y="29723"/>
                  </a:cubicBezTo>
                  <a:lnTo>
                    <a:pt x="50475" y="23997"/>
                  </a:lnTo>
                  <a:cubicBezTo>
                    <a:pt x="50475" y="23143"/>
                    <a:pt x="50593" y="22452"/>
                    <a:pt x="49748" y="22452"/>
                  </a:cubicBezTo>
                  <a:lnTo>
                    <a:pt x="49429" y="22452"/>
                  </a:lnTo>
                  <a:lnTo>
                    <a:pt x="49429" y="21043"/>
                  </a:lnTo>
                  <a:lnTo>
                    <a:pt x="49748" y="21043"/>
                  </a:lnTo>
                  <a:cubicBezTo>
                    <a:pt x="50593" y="21043"/>
                    <a:pt x="50475" y="20352"/>
                    <a:pt x="50475" y="19498"/>
                  </a:cubicBezTo>
                  <a:lnTo>
                    <a:pt x="50475" y="13771"/>
                  </a:lnTo>
                  <a:cubicBezTo>
                    <a:pt x="50475" y="12917"/>
                    <a:pt x="50593" y="12226"/>
                    <a:pt x="49748" y="12226"/>
                  </a:cubicBezTo>
                  <a:lnTo>
                    <a:pt x="49429" y="12226"/>
                  </a:lnTo>
                  <a:lnTo>
                    <a:pt x="49429" y="3773"/>
                  </a:lnTo>
                  <a:cubicBezTo>
                    <a:pt x="49429" y="1682"/>
                    <a:pt x="47730" y="1"/>
                    <a:pt x="45657" y="1"/>
                  </a:cubicBezTo>
                  <a:close/>
                </a:path>
              </a:pathLst>
            </a:custGeom>
            <a:solidFill>
              <a:srgbClr val="E2AB5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4487687" y="345750"/>
              <a:ext cx="136765" cy="137283"/>
            </a:xfrm>
            <a:custGeom>
              <a:rect b="b" l="l" r="r" t="t"/>
              <a:pathLst>
                <a:path extrusionOk="0" h="2118" w="2110">
                  <a:moveTo>
                    <a:pt x="1055" y="0"/>
                  </a:moveTo>
                  <a:cubicBezTo>
                    <a:pt x="473" y="0"/>
                    <a:pt x="1" y="482"/>
                    <a:pt x="1" y="1054"/>
                  </a:cubicBezTo>
                  <a:cubicBezTo>
                    <a:pt x="1" y="1636"/>
                    <a:pt x="473" y="2118"/>
                    <a:pt x="1055" y="2118"/>
                  </a:cubicBezTo>
                  <a:cubicBezTo>
                    <a:pt x="1637" y="2118"/>
                    <a:pt x="2109" y="1636"/>
                    <a:pt x="2109" y="1054"/>
                  </a:cubicBezTo>
                  <a:cubicBezTo>
                    <a:pt x="2109" y="482"/>
                    <a:pt x="1646" y="0"/>
                    <a:pt x="1055" y="0"/>
                  </a:cubicBezTo>
                  <a:close/>
                </a:path>
              </a:pathLst>
            </a:custGeom>
            <a:solidFill>
              <a:srgbClr val="262626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2928172" y="414067"/>
              <a:ext cx="3245952" cy="5524590"/>
            </a:xfrm>
            <a:custGeom>
              <a:rect b="b" l="l" r="r" t="t"/>
              <a:pathLst>
                <a:path extrusionOk="0" h="85233" w="43931">
                  <a:moveTo>
                    <a:pt x="2210" y="0"/>
                  </a:moveTo>
                  <a:cubicBezTo>
                    <a:pt x="982" y="0"/>
                    <a:pt x="1" y="991"/>
                    <a:pt x="1" y="2218"/>
                  </a:cubicBezTo>
                  <a:lnTo>
                    <a:pt x="1" y="83015"/>
                  </a:lnTo>
                  <a:cubicBezTo>
                    <a:pt x="1" y="84242"/>
                    <a:pt x="982" y="85233"/>
                    <a:pt x="2210" y="85233"/>
                  </a:cubicBezTo>
                  <a:lnTo>
                    <a:pt x="41722" y="85233"/>
                  </a:lnTo>
                  <a:cubicBezTo>
                    <a:pt x="42949" y="85233"/>
                    <a:pt x="43930" y="84242"/>
                    <a:pt x="43930" y="83015"/>
                  </a:cubicBezTo>
                  <a:lnTo>
                    <a:pt x="43930" y="2227"/>
                  </a:lnTo>
                  <a:cubicBezTo>
                    <a:pt x="43930" y="1000"/>
                    <a:pt x="42949" y="0"/>
                    <a:pt x="41722" y="0"/>
                  </a:cubicBezTo>
                  <a:lnTo>
                    <a:pt x="24170" y="0"/>
                  </a:lnTo>
                  <a:cubicBezTo>
                    <a:pt x="24170" y="1218"/>
                    <a:pt x="23188" y="2218"/>
                    <a:pt x="21970" y="2218"/>
                  </a:cubicBezTo>
                  <a:cubicBezTo>
                    <a:pt x="20752" y="2218"/>
                    <a:pt x="19752" y="1227"/>
                    <a:pt x="19752" y="0"/>
                  </a:cubicBezTo>
                  <a:close/>
                </a:path>
              </a:pathLst>
            </a:custGeom>
            <a:solidFill>
              <a:srgbClr val="EDE7E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2928172" y="414067"/>
              <a:ext cx="3247282" cy="344116"/>
            </a:xfrm>
            <a:custGeom>
              <a:rect b="b" l="l" r="r" t="t"/>
              <a:pathLst>
                <a:path extrusionOk="0" h="5309" w="43949">
                  <a:moveTo>
                    <a:pt x="2210" y="0"/>
                  </a:moveTo>
                  <a:cubicBezTo>
                    <a:pt x="982" y="0"/>
                    <a:pt x="1" y="991"/>
                    <a:pt x="1" y="2218"/>
                  </a:cubicBezTo>
                  <a:lnTo>
                    <a:pt x="1" y="5309"/>
                  </a:lnTo>
                  <a:lnTo>
                    <a:pt x="43949" y="5309"/>
                  </a:lnTo>
                  <a:lnTo>
                    <a:pt x="43949" y="2218"/>
                  </a:lnTo>
                  <a:cubicBezTo>
                    <a:pt x="43930" y="1000"/>
                    <a:pt x="42949" y="0"/>
                    <a:pt x="41722" y="0"/>
                  </a:cubicBezTo>
                  <a:lnTo>
                    <a:pt x="24170" y="0"/>
                  </a:lnTo>
                  <a:cubicBezTo>
                    <a:pt x="24170" y="1218"/>
                    <a:pt x="23188" y="2218"/>
                    <a:pt x="21970" y="2218"/>
                  </a:cubicBezTo>
                  <a:cubicBezTo>
                    <a:pt x="20752" y="2218"/>
                    <a:pt x="19752" y="1227"/>
                    <a:pt x="19752" y="0"/>
                  </a:cubicBezTo>
                  <a:close/>
                </a:path>
              </a:pathLst>
            </a:custGeom>
            <a:solidFill>
              <a:srgbClr val="E2AB5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5748491" y="486531"/>
              <a:ext cx="45437" cy="45437"/>
            </a:xfrm>
            <a:custGeom>
              <a:rect b="b" l="l" r="r" t="t"/>
              <a:pathLst>
                <a:path extrusionOk="0" h="701" w="701">
                  <a:moveTo>
                    <a:pt x="346" y="0"/>
                  </a:moveTo>
                  <a:cubicBezTo>
                    <a:pt x="155" y="0"/>
                    <a:pt x="0" y="155"/>
                    <a:pt x="0" y="355"/>
                  </a:cubicBezTo>
                  <a:cubicBezTo>
                    <a:pt x="0" y="546"/>
                    <a:pt x="155" y="700"/>
                    <a:pt x="346" y="700"/>
                  </a:cubicBezTo>
                  <a:cubicBezTo>
                    <a:pt x="546" y="700"/>
                    <a:pt x="700" y="546"/>
                    <a:pt x="700" y="355"/>
                  </a:cubicBezTo>
                  <a:cubicBezTo>
                    <a:pt x="700" y="155"/>
                    <a:pt x="546" y="0"/>
                    <a:pt x="346" y="0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5748491" y="563727"/>
              <a:ext cx="45437" cy="46020"/>
            </a:xfrm>
            <a:custGeom>
              <a:rect b="b" l="l" r="r" t="t"/>
              <a:pathLst>
                <a:path extrusionOk="0" h="710" w="701">
                  <a:moveTo>
                    <a:pt x="346" y="0"/>
                  </a:moveTo>
                  <a:cubicBezTo>
                    <a:pt x="155" y="0"/>
                    <a:pt x="0" y="164"/>
                    <a:pt x="0" y="355"/>
                  </a:cubicBezTo>
                  <a:cubicBezTo>
                    <a:pt x="0" y="546"/>
                    <a:pt x="155" y="709"/>
                    <a:pt x="346" y="709"/>
                  </a:cubicBezTo>
                  <a:cubicBezTo>
                    <a:pt x="546" y="709"/>
                    <a:pt x="700" y="546"/>
                    <a:pt x="700" y="355"/>
                  </a:cubicBezTo>
                  <a:cubicBezTo>
                    <a:pt x="700" y="164"/>
                    <a:pt x="546" y="9"/>
                    <a:pt x="346" y="0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5748491" y="640858"/>
              <a:ext cx="45437" cy="46020"/>
            </a:xfrm>
            <a:custGeom>
              <a:rect b="b" l="l" r="r" t="t"/>
              <a:pathLst>
                <a:path extrusionOk="0" h="710" w="701">
                  <a:moveTo>
                    <a:pt x="346" y="1"/>
                  </a:moveTo>
                  <a:cubicBezTo>
                    <a:pt x="155" y="1"/>
                    <a:pt x="0" y="164"/>
                    <a:pt x="0" y="355"/>
                  </a:cubicBezTo>
                  <a:cubicBezTo>
                    <a:pt x="0" y="546"/>
                    <a:pt x="155" y="710"/>
                    <a:pt x="346" y="710"/>
                  </a:cubicBezTo>
                  <a:cubicBezTo>
                    <a:pt x="546" y="710"/>
                    <a:pt x="700" y="546"/>
                    <a:pt x="700" y="355"/>
                  </a:cubicBezTo>
                  <a:cubicBezTo>
                    <a:pt x="700" y="164"/>
                    <a:pt x="546" y="19"/>
                    <a:pt x="346" y="1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3500385" y="3802808"/>
              <a:ext cx="666972" cy="447435"/>
            </a:xfrm>
            <a:custGeom>
              <a:rect b="b" l="l" r="r" t="t"/>
              <a:pathLst>
                <a:path extrusionOk="0" h="6903" w="10290">
                  <a:moveTo>
                    <a:pt x="7434" y="1"/>
                  </a:moveTo>
                  <a:cubicBezTo>
                    <a:pt x="6151" y="1"/>
                    <a:pt x="5145" y="1367"/>
                    <a:pt x="5145" y="1367"/>
                  </a:cubicBezTo>
                  <a:cubicBezTo>
                    <a:pt x="5145" y="1367"/>
                    <a:pt x="4136" y="8"/>
                    <a:pt x="2846" y="8"/>
                  </a:cubicBezTo>
                  <a:cubicBezTo>
                    <a:pt x="2498" y="8"/>
                    <a:pt x="2129" y="107"/>
                    <a:pt x="1755" y="358"/>
                  </a:cubicBezTo>
                  <a:cubicBezTo>
                    <a:pt x="0" y="1549"/>
                    <a:pt x="1727" y="5203"/>
                    <a:pt x="5145" y="6902"/>
                  </a:cubicBezTo>
                  <a:cubicBezTo>
                    <a:pt x="8563" y="5221"/>
                    <a:pt x="10290" y="1549"/>
                    <a:pt x="8526" y="358"/>
                  </a:cubicBezTo>
                  <a:cubicBezTo>
                    <a:pt x="8152" y="102"/>
                    <a:pt x="7783" y="1"/>
                    <a:pt x="7434" y="1"/>
                  </a:cubicBezTo>
                  <a:close/>
                </a:path>
              </a:pathLst>
            </a:custGeom>
            <a:solidFill>
              <a:srgbClr val="C44937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4323420" y="3774743"/>
              <a:ext cx="517308" cy="503762"/>
            </a:xfrm>
            <a:custGeom>
              <a:rect b="b" l="l" r="r" t="t"/>
              <a:pathLst>
                <a:path extrusionOk="0" h="7772" w="7981">
                  <a:moveTo>
                    <a:pt x="3991" y="0"/>
                  </a:moveTo>
                  <a:cubicBezTo>
                    <a:pt x="1800" y="0"/>
                    <a:pt x="0" y="1527"/>
                    <a:pt x="0" y="3409"/>
                  </a:cubicBezTo>
                  <a:cubicBezTo>
                    <a:pt x="0" y="5227"/>
                    <a:pt x="1691" y="6726"/>
                    <a:pt x="3809" y="6808"/>
                  </a:cubicBezTo>
                  <a:cubicBezTo>
                    <a:pt x="3891" y="7608"/>
                    <a:pt x="3954" y="7672"/>
                    <a:pt x="4000" y="7726"/>
                  </a:cubicBezTo>
                  <a:lnTo>
                    <a:pt x="4072" y="7772"/>
                  </a:lnTo>
                  <a:lnTo>
                    <a:pt x="4127" y="7772"/>
                  </a:lnTo>
                  <a:cubicBezTo>
                    <a:pt x="4500" y="7772"/>
                    <a:pt x="7345" y="6345"/>
                    <a:pt x="7872" y="4118"/>
                  </a:cubicBezTo>
                  <a:lnTo>
                    <a:pt x="7890" y="4045"/>
                  </a:lnTo>
                  <a:cubicBezTo>
                    <a:pt x="7899" y="3963"/>
                    <a:pt x="7917" y="3899"/>
                    <a:pt x="7935" y="3818"/>
                  </a:cubicBezTo>
                  <a:cubicBezTo>
                    <a:pt x="7935" y="3790"/>
                    <a:pt x="7945" y="3754"/>
                    <a:pt x="7945" y="3709"/>
                  </a:cubicBezTo>
                  <a:cubicBezTo>
                    <a:pt x="7954" y="3600"/>
                    <a:pt x="7963" y="3500"/>
                    <a:pt x="7963" y="3400"/>
                  </a:cubicBezTo>
                  <a:cubicBezTo>
                    <a:pt x="7981" y="1527"/>
                    <a:pt x="6181" y="0"/>
                    <a:pt x="3991" y="0"/>
                  </a:cubicBezTo>
                  <a:close/>
                </a:path>
              </a:pathLst>
            </a:custGeom>
            <a:solidFill>
              <a:srgbClr val="CF724B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5065760" y="3774160"/>
              <a:ext cx="536170" cy="504345"/>
            </a:xfrm>
            <a:custGeom>
              <a:rect b="b" l="l" r="r" t="t"/>
              <a:pathLst>
                <a:path extrusionOk="0" h="7781" w="8272">
                  <a:moveTo>
                    <a:pt x="8272" y="0"/>
                  </a:moveTo>
                  <a:lnTo>
                    <a:pt x="0" y="2800"/>
                  </a:lnTo>
                  <a:lnTo>
                    <a:pt x="3945" y="3999"/>
                  </a:lnTo>
                  <a:lnTo>
                    <a:pt x="5208" y="7781"/>
                  </a:lnTo>
                  <a:lnTo>
                    <a:pt x="8272" y="0"/>
                  </a:lnTo>
                  <a:close/>
                </a:path>
              </a:pathLst>
            </a:custGeom>
            <a:solidFill>
              <a:srgbClr val="68AAA6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flipH="1" rot="10800000">
              <a:off x="3283492" y="2944049"/>
              <a:ext cx="2577016" cy="45625"/>
            </a:xfrm>
            <a:custGeom>
              <a:rect b="b" l="l" r="r" t="t"/>
              <a:pathLst>
                <a:path extrusionOk="0" fill="none" h="1" w="49302">
                  <a:moveTo>
                    <a:pt x="1" y="1"/>
                  </a:moveTo>
                  <a:lnTo>
                    <a:pt x="49302" y="1"/>
                  </a:lnTo>
                </a:path>
              </a:pathLst>
            </a:custGeom>
            <a:noFill/>
            <a:ln cap="rnd" cmpd="sng" w="17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" name="Google Shape;68;p15"/>
          <p:cNvSpPr/>
          <p:nvPr/>
        </p:nvSpPr>
        <p:spPr>
          <a:xfrm>
            <a:off x="0" y="4394600"/>
            <a:ext cx="9144000" cy="74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type="ctrTitle"/>
          </p:nvPr>
        </p:nvSpPr>
        <p:spPr>
          <a:xfrm>
            <a:off x="3126300" y="1246400"/>
            <a:ext cx="2891400" cy="162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3429000" y="3027050"/>
            <a:ext cx="2286000" cy="54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 flipH="1" rot="-5400000">
            <a:off x="7086806" y="747094"/>
            <a:ext cx="4635500" cy="4185563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 rot="5400000">
            <a:off x="-2578306" y="732969"/>
            <a:ext cx="4635500" cy="4185563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0" y="0"/>
            <a:ext cx="91440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2026700" y="1937875"/>
            <a:ext cx="3552300" cy="13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16"/>
          <p:cNvSpPr txBox="1"/>
          <p:nvPr>
            <p:ph hasCustomPrompt="1" idx="2" type="title"/>
          </p:nvPr>
        </p:nvSpPr>
        <p:spPr>
          <a:xfrm>
            <a:off x="5579200" y="2123725"/>
            <a:ext cx="1538100" cy="11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2662700" y="3408500"/>
            <a:ext cx="2280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 rot="5400000">
            <a:off x="6202000" y="2221950"/>
            <a:ext cx="5176800" cy="73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4166221" y="1512763"/>
            <a:ext cx="387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279325" y="2404925"/>
            <a:ext cx="3651600" cy="20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>
            <a:off x="0" y="1539688"/>
            <a:ext cx="9144000" cy="3570125"/>
          </a:xfrm>
          <a:prstGeom prst="flowChartManualInput">
            <a:avLst/>
          </a:prstGeom>
          <a:solidFill>
            <a:srgbClr val="C5C5C5">
              <a:alpha val="38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/>
          <p:nvPr/>
        </p:nvSpPr>
        <p:spPr>
          <a:xfrm flipH="1">
            <a:off x="0" y="3201313"/>
            <a:ext cx="9144000" cy="3570125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2348928" y="1790087"/>
            <a:ext cx="1600200" cy="3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2" type="subTitle"/>
          </p:nvPr>
        </p:nvSpPr>
        <p:spPr>
          <a:xfrm>
            <a:off x="6008777" y="1790087"/>
            <a:ext cx="1602900" cy="3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1205100" y="2297250"/>
            <a:ext cx="3081300" cy="18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subTitle"/>
          </p:nvPr>
        </p:nvSpPr>
        <p:spPr>
          <a:xfrm>
            <a:off x="4862465" y="2297250"/>
            <a:ext cx="3081600" cy="18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9"/>
          <p:cNvGrpSpPr/>
          <p:nvPr/>
        </p:nvGrpSpPr>
        <p:grpSpPr>
          <a:xfrm>
            <a:off x="-254590" y="-137713"/>
            <a:ext cx="822180" cy="5418926"/>
            <a:chOff x="-102190" y="-137713"/>
            <a:chExt cx="822180" cy="5418926"/>
          </a:xfrm>
        </p:grpSpPr>
        <p:grpSp>
          <p:nvGrpSpPr>
            <p:cNvPr id="92" name="Google Shape;92;p19"/>
            <p:cNvGrpSpPr/>
            <p:nvPr/>
          </p:nvGrpSpPr>
          <p:grpSpPr>
            <a:xfrm rot="-5400000">
              <a:off x="-1011887" y="3549336"/>
              <a:ext cx="2641575" cy="822180"/>
              <a:chOff x="2201925" y="3786309"/>
              <a:chExt cx="2641575" cy="822180"/>
            </a:xfrm>
          </p:grpSpPr>
          <p:grpSp>
            <p:nvGrpSpPr>
              <p:cNvPr id="93" name="Google Shape;93;p19"/>
              <p:cNvGrpSpPr/>
              <p:nvPr/>
            </p:nvGrpSpPr>
            <p:grpSpPr>
              <a:xfrm>
                <a:off x="3599450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94" name="Google Shape;94;p19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95" name="Google Shape;95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" name="Google Shape;96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" name="Google Shape;97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" name="Google Shape;98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9" name="Google Shape;99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00" name="Google Shape;100;p19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1" name="Google Shape;101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" name="Google Shape;102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" name="Google Shape;103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" name="Google Shape;104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" name="Google Shape;105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06" name="Google Shape;106;p19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7" name="Google Shape;107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" name="Google Shape;108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" name="Google Shape;109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" name="Google Shape;110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2" name="Google Shape;112;p19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3" name="Google Shape;113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" name="Google Shape;115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" name="Google Shape;116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" name="Google Shape;117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18" name="Google Shape;118;p19"/>
              <p:cNvGrpSpPr/>
              <p:nvPr/>
            </p:nvGrpSpPr>
            <p:grpSpPr>
              <a:xfrm>
                <a:off x="2201925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19" name="Google Shape;119;p19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20" name="Google Shape;120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25" name="Google Shape;125;p19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26" name="Google Shape;126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7" name="Google Shape;127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8" name="Google Shape;128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" name="Google Shape;129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" name="Google Shape;130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31" name="Google Shape;131;p19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32" name="Google Shape;132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" name="Google Shape;135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" name="Google Shape;136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37" name="Google Shape;137;p19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38" name="Google Shape;138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" name="Google Shape;139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0" name="Google Shape;140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1" name="Google Shape;141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2" name="Google Shape;142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143" name="Google Shape;143;p19"/>
            <p:cNvGrpSpPr/>
            <p:nvPr/>
          </p:nvGrpSpPr>
          <p:grpSpPr>
            <a:xfrm rot="-5400000">
              <a:off x="-1011887" y="771984"/>
              <a:ext cx="2641575" cy="822180"/>
              <a:chOff x="2201925" y="3786309"/>
              <a:chExt cx="2641575" cy="822180"/>
            </a:xfrm>
          </p:grpSpPr>
          <p:grpSp>
            <p:nvGrpSpPr>
              <p:cNvPr id="144" name="Google Shape;144;p19"/>
              <p:cNvGrpSpPr/>
              <p:nvPr/>
            </p:nvGrpSpPr>
            <p:grpSpPr>
              <a:xfrm>
                <a:off x="3599450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45" name="Google Shape;145;p19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46" name="Google Shape;146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7" name="Google Shape;147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8" name="Google Shape;148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9" name="Google Shape;149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0" name="Google Shape;150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51" name="Google Shape;151;p19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52" name="Google Shape;152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3" name="Google Shape;153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4" name="Google Shape;154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5" name="Google Shape;155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" name="Google Shape;156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57" name="Google Shape;157;p19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58" name="Google Shape;158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" name="Google Shape;159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" name="Google Shape;160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" name="Google Shape;161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2" name="Google Shape;162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63" name="Google Shape;163;p19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64" name="Google Shape;164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5" name="Google Shape;165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6" name="Google Shape;166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" name="Google Shape;167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" name="Google Shape;168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69" name="Google Shape;169;p19"/>
              <p:cNvGrpSpPr/>
              <p:nvPr/>
            </p:nvGrpSpPr>
            <p:grpSpPr>
              <a:xfrm>
                <a:off x="2201925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70" name="Google Shape;170;p19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71" name="Google Shape;171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" name="Google Shape;172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" name="Google Shape;173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4" name="Google Shape;174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5" name="Google Shape;175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76" name="Google Shape;176;p19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77" name="Google Shape;177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0" name="Google Shape;180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1" name="Google Shape;181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2" name="Google Shape;182;p19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83" name="Google Shape;183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4" name="Google Shape;184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5" name="Google Shape;185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6" name="Google Shape;186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7" name="Google Shape;187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8" name="Google Shape;188;p19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89" name="Google Shape;189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0" name="Google Shape;190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1" name="Google Shape;191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2" name="Google Shape;192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3" name="Google Shape;193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94" name="Google Shape;194;p19"/>
          <p:cNvGrpSpPr/>
          <p:nvPr/>
        </p:nvGrpSpPr>
        <p:grpSpPr>
          <a:xfrm>
            <a:off x="8581310" y="-137713"/>
            <a:ext cx="822180" cy="5418926"/>
            <a:chOff x="-102190" y="-137713"/>
            <a:chExt cx="822180" cy="5418926"/>
          </a:xfrm>
        </p:grpSpPr>
        <p:grpSp>
          <p:nvGrpSpPr>
            <p:cNvPr id="195" name="Google Shape;195;p19"/>
            <p:cNvGrpSpPr/>
            <p:nvPr/>
          </p:nvGrpSpPr>
          <p:grpSpPr>
            <a:xfrm rot="-5400000">
              <a:off x="-1011887" y="3549336"/>
              <a:ext cx="2641575" cy="822180"/>
              <a:chOff x="2201925" y="3786309"/>
              <a:chExt cx="2641575" cy="822180"/>
            </a:xfrm>
          </p:grpSpPr>
          <p:grpSp>
            <p:nvGrpSpPr>
              <p:cNvPr id="196" name="Google Shape;196;p19"/>
              <p:cNvGrpSpPr/>
              <p:nvPr/>
            </p:nvGrpSpPr>
            <p:grpSpPr>
              <a:xfrm>
                <a:off x="3599450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97" name="Google Shape;197;p19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98" name="Google Shape;198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9" name="Google Shape;199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0" name="Google Shape;200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1" name="Google Shape;201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2" name="Google Shape;202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03" name="Google Shape;203;p19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04" name="Google Shape;204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5" name="Google Shape;205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6" name="Google Shape;206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7" name="Google Shape;207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" name="Google Shape;208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09" name="Google Shape;209;p19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10" name="Google Shape;210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" name="Google Shape;211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2" name="Google Shape;212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3" name="Google Shape;213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4" name="Google Shape;214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15" name="Google Shape;215;p19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16" name="Google Shape;216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" name="Google Shape;217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8" name="Google Shape;218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9" name="Google Shape;219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0" name="Google Shape;220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21" name="Google Shape;221;p19"/>
              <p:cNvGrpSpPr/>
              <p:nvPr/>
            </p:nvGrpSpPr>
            <p:grpSpPr>
              <a:xfrm>
                <a:off x="2201925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222" name="Google Shape;222;p19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23" name="Google Shape;223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4" name="Google Shape;224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5" name="Google Shape;225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6" name="Google Shape;226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" name="Google Shape;227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8" name="Google Shape;228;p19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29" name="Google Shape;229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0" name="Google Shape;230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1" name="Google Shape;231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2" name="Google Shape;232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3" name="Google Shape;233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34" name="Google Shape;234;p19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35" name="Google Shape;235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6" name="Google Shape;236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7" name="Google Shape;237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8" name="Google Shape;238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9" name="Google Shape;239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40" name="Google Shape;240;p19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41" name="Google Shape;241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2" name="Google Shape;242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3" name="Google Shape;243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4" name="Google Shape;244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5" name="Google Shape;245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46" name="Google Shape;246;p19"/>
            <p:cNvGrpSpPr/>
            <p:nvPr/>
          </p:nvGrpSpPr>
          <p:grpSpPr>
            <a:xfrm rot="-5400000">
              <a:off x="-1011887" y="771984"/>
              <a:ext cx="2641575" cy="822180"/>
              <a:chOff x="2201925" y="3786309"/>
              <a:chExt cx="2641575" cy="822180"/>
            </a:xfrm>
          </p:grpSpPr>
          <p:grpSp>
            <p:nvGrpSpPr>
              <p:cNvPr id="247" name="Google Shape;247;p19"/>
              <p:cNvGrpSpPr/>
              <p:nvPr/>
            </p:nvGrpSpPr>
            <p:grpSpPr>
              <a:xfrm>
                <a:off x="3599450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248" name="Google Shape;248;p19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49" name="Google Shape;249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0" name="Google Shape;250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1" name="Google Shape;251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2" name="Google Shape;252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3" name="Google Shape;253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54" name="Google Shape;254;p19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55" name="Google Shape;255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" name="Google Shape;256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7" name="Google Shape;257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8" name="Google Shape;258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9" name="Google Shape;259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60" name="Google Shape;260;p19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61" name="Google Shape;261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2" name="Google Shape;262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3" name="Google Shape;263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4" name="Google Shape;264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66" name="Google Shape;266;p19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67" name="Google Shape;267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9" name="Google Shape;269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0" name="Google Shape;270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1" name="Google Shape;271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72" name="Google Shape;272;p19"/>
              <p:cNvGrpSpPr/>
              <p:nvPr/>
            </p:nvGrpSpPr>
            <p:grpSpPr>
              <a:xfrm>
                <a:off x="2201925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273" name="Google Shape;273;p19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74" name="Google Shape;274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5" name="Google Shape;275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6" name="Google Shape;276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7" name="Google Shape;277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8" name="Google Shape;278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79" name="Google Shape;279;p19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80" name="Google Shape;280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" name="Google Shape;281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2" name="Google Shape;282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3" name="Google Shape;283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4" name="Google Shape;284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85" name="Google Shape;285;p19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86" name="Google Shape;286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7" name="Google Shape;287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8" name="Google Shape;288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9" name="Google Shape;289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0" name="Google Shape;290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91" name="Google Shape;291;p19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292" name="Google Shape;292;p19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3" name="Google Shape;293;p19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4" name="Google Shape;294;p19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5" name="Google Shape;295;p19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6" name="Google Shape;296;p19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sp>
        <p:nvSpPr>
          <p:cNvPr id="297" name="Google Shape;297;p19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/>
          <p:nvPr/>
        </p:nvSpPr>
        <p:spPr>
          <a:xfrm>
            <a:off x="0" y="0"/>
            <a:ext cx="4533000" cy="5143500"/>
          </a:xfrm>
          <a:prstGeom prst="wedgeRectCallout">
            <a:avLst>
              <a:gd fmla="val 70496" name="adj1"/>
              <a:gd fmla="val 19935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0"/>
          <p:cNvSpPr txBox="1"/>
          <p:nvPr>
            <p:ph type="title"/>
          </p:nvPr>
        </p:nvSpPr>
        <p:spPr>
          <a:xfrm>
            <a:off x="720000" y="1249725"/>
            <a:ext cx="4067100" cy="49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1" name="Google Shape;301;p20"/>
          <p:cNvSpPr txBox="1"/>
          <p:nvPr>
            <p:ph idx="1" type="body"/>
          </p:nvPr>
        </p:nvSpPr>
        <p:spPr>
          <a:xfrm>
            <a:off x="720000" y="2238975"/>
            <a:ext cx="3600000" cy="18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"/>
          <p:cNvSpPr/>
          <p:nvPr/>
        </p:nvSpPr>
        <p:spPr>
          <a:xfrm rot="5400000">
            <a:off x="100" y="0"/>
            <a:ext cx="4196100" cy="41961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 rot="-5400000">
            <a:off x="4947900" y="947400"/>
            <a:ext cx="4196100" cy="4196100"/>
          </a:xfrm>
          <a:prstGeom prst="rtTriangle">
            <a:avLst/>
          </a:prstGeom>
          <a:solidFill>
            <a:srgbClr val="C5C5C5">
              <a:alpha val="38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 txBox="1"/>
          <p:nvPr>
            <p:ph type="title"/>
          </p:nvPr>
        </p:nvSpPr>
        <p:spPr>
          <a:xfrm>
            <a:off x="2210100" y="1645085"/>
            <a:ext cx="4723800" cy="19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"/>
          <p:cNvSpPr/>
          <p:nvPr/>
        </p:nvSpPr>
        <p:spPr>
          <a:xfrm>
            <a:off x="0" y="4599400"/>
            <a:ext cx="91440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8" name="Google Shape;308;p22"/>
          <p:cNvGrpSpPr/>
          <p:nvPr/>
        </p:nvGrpSpPr>
        <p:grpSpPr>
          <a:xfrm>
            <a:off x="5819054" y="-9974"/>
            <a:ext cx="5637319" cy="4356106"/>
            <a:chOff x="5205006" y="-20065"/>
            <a:chExt cx="5978069" cy="4619412"/>
          </a:xfrm>
        </p:grpSpPr>
        <p:sp>
          <p:nvSpPr>
            <p:cNvPr id="309" name="Google Shape;309;p22"/>
            <p:cNvSpPr/>
            <p:nvPr/>
          </p:nvSpPr>
          <p:spPr>
            <a:xfrm flipH="1">
              <a:off x="5205006" y="2473575"/>
              <a:ext cx="4291769" cy="2125773"/>
            </a:xfrm>
            <a:custGeom>
              <a:rect b="b" l="l" r="r" t="t"/>
              <a:pathLst>
                <a:path extrusionOk="0" h="78010" w="224084">
                  <a:moveTo>
                    <a:pt x="282" y="78010"/>
                  </a:moveTo>
                  <a:lnTo>
                    <a:pt x="224084" y="78010"/>
                  </a:lnTo>
                  <a:lnTo>
                    <a:pt x="2031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310" name="Google Shape;310;p22"/>
            <p:cNvSpPr/>
            <p:nvPr/>
          </p:nvSpPr>
          <p:spPr>
            <a:xfrm rot="10800000">
              <a:off x="6149028" y="-20065"/>
              <a:ext cx="5034047" cy="2493590"/>
            </a:xfrm>
            <a:custGeom>
              <a:rect b="b" l="l" r="r" t="t"/>
              <a:pathLst>
                <a:path extrusionOk="0" h="78010" w="224084">
                  <a:moveTo>
                    <a:pt x="282" y="78010"/>
                  </a:moveTo>
                  <a:lnTo>
                    <a:pt x="224084" y="78010"/>
                  </a:lnTo>
                  <a:lnTo>
                    <a:pt x="2031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311" name="Google Shape;311;p22"/>
          <p:cNvGrpSpPr/>
          <p:nvPr/>
        </p:nvGrpSpPr>
        <p:grpSpPr>
          <a:xfrm>
            <a:off x="65274" y="4006730"/>
            <a:ext cx="5637460" cy="339497"/>
            <a:chOff x="-37025" y="4000475"/>
            <a:chExt cx="5739625" cy="345650"/>
          </a:xfrm>
        </p:grpSpPr>
        <p:grpSp>
          <p:nvGrpSpPr>
            <p:cNvPr id="312" name="Google Shape;312;p22"/>
            <p:cNvGrpSpPr/>
            <p:nvPr/>
          </p:nvGrpSpPr>
          <p:grpSpPr>
            <a:xfrm>
              <a:off x="3892925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313" name="Google Shape;313;p22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314" name="Google Shape;314;p22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" name="Google Shape;315;p22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" name="Google Shape;316;p22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22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" name="Google Shape;318;p22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" name="Google Shape;319;p22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" name="Google Shape;320;p22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21" name="Google Shape;321;p22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322" name="Google Shape;322;p22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22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22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22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22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22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22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9" name="Google Shape;329;p22"/>
            <p:cNvGrpSpPr/>
            <p:nvPr/>
          </p:nvGrpSpPr>
          <p:grpSpPr>
            <a:xfrm>
              <a:off x="1927950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330" name="Google Shape;330;p22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331" name="Google Shape;331;p22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" name="Google Shape;332;p22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" name="Google Shape;333;p22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22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" name="Google Shape;335;p22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" name="Google Shape;336;p22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22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8" name="Google Shape;338;p22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339" name="Google Shape;339;p22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" name="Google Shape;340;p22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" name="Google Shape;341;p22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" name="Google Shape;342;p22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" name="Google Shape;343;p22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" name="Google Shape;344;p22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" name="Google Shape;345;p22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6" name="Google Shape;346;p22"/>
            <p:cNvGrpSpPr/>
            <p:nvPr/>
          </p:nvGrpSpPr>
          <p:grpSpPr>
            <a:xfrm>
              <a:off x="-37025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347" name="Google Shape;347;p22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348" name="Google Shape;348;p22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" name="Google Shape;349;p22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0" name="Google Shape;350;p22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1" name="Google Shape;351;p22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2" name="Google Shape;352;p22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3" name="Google Shape;353;p22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" name="Google Shape;354;p22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5" name="Google Shape;355;p22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356" name="Google Shape;356;p22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7" name="Google Shape;357;p22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8" name="Google Shape;358;p22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" name="Google Shape;359;p22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0" name="Google Shape;360;p22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1" name="Google Shape;361;p22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2" name="Google Shape;362;p22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63" name="Google Shape;363;p22"/>
          <p:cNvSpPr txBox="1"/>
          <p:nvPr>
            <p:ph type="title"/>
          </p:nvPr>
        </p:nvSpPr>
        <p:spPr>
          <a:xfrm>
            <a:off x="720000" y="1153200"/>
            <a:ext cx="40659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4" name="Google Shape;364;p22"/>
          <p:cNvSpPr txBox="1"/>
          <p:nvPr>
            <p:ph idx="1" type="subTitle"/>
          </p:nvPr>
        </p:nvSpPr>
        <p:spPr>
          <a:xfrm>
            <a:off x="715100" y="2314100"/>
            <a:ext cx="4102800" cy="8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"/>
          <p:cNvSpPr txBox="1"/>
          <p:nvPr>
            <p:ph type="title"/>
          </p:nvPr>
        </p:nvSpPr>
        <p:spPr>
          <a:xfrm>
            <a:off x="753200" y="858725"/>
            <a:ext cx="2675700" cy="183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/>
          <p:nvPr/>
        </p:nvSpPr>
        <p:spPr>
          <a:xfrm>
            <a:off x="0" y="4695975"/>
            <a:ext cx="9144000" cy="447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"/>
          <p:cNvSpPr txBox="1"/>
          <p:nvPr>
            <p:ph hasCustomPrompt="1" type="title"/>
          </p:nvPr>
        </p:nvSpPr>
        <p:spPr>
          <a:xfrm>
            <a:off x="1465278" y="2832425"/>
            <a:ext cx="6213300" cy="12951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70" name="Google Shape;370;p24"/>
          <p:cNvSpPr txBox="1"/>
          <p:nvPr>
            <p:ph idx="1" type="subTitle"/>
          </p:nvPr>
        </p:nvSpPr>
        <p:spPr>
          <a:xfrm>
            <a:off x="3204450" y="4161200"/>
            <a:ext cx="2735100" cy="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"/>
          <p:cNvSpPr/>
          <p:nvPr/>
        </p:nvSpPr>
        <p:spPr>
          <a:xfrm>
            <a:off x="0" y="0"/>
            <a:ext cx="9144000" cy="2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0" y="3055288"/>
            <a:ext cx="9144000" cy="3570125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6"/>
          <p:cNvSpPr txBox="1"/>
          <p:nvPr>
            <p:ph hasCustomPrompt="1" type="title"/>
          </p:nvPr>
        </p:nvSpPr>
        <p:spPr>
          <a:xfrm>
            <a:off x="6477362" y="1306634"/>
            <a:ext cx="900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6" name="Google Shape;376;p26"/>
          <p:cNvSpPr txBox="1"/>
          <p:nvPr>
            <p:ph idx="1" type="subTitle"/>
          </p:nvPr>
        </p:nvSpPr>
        <p:spPr>
          <a:xfrm>
            <a:off x="2675100" y="1627842"/>
            <a:ext cx="3793800" cy="317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26"/>
          <p:cNvSpPr txBox="1"/>
          <p:nvPr>
            <p:ph hasCustomPrompt="1" idx="2" type="title"/>
          </p:nvPr>
        </p:nvSpPr>
        <p:spPr>
          <a:xfrm>
            <a:off x="1745692" y="2180985"/>
            <a:ext cx="9003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9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8" name="Google Shape;378;p26"/>
          <p:cNvSpPr txBox="1"/>
          <p:nvPr>
            <p:ph idx="3" type="subTitle"/>
          </p:nvPr>
        </p:nvSpPr>
        <p:spPr>
          <a:xfrm>
            <a:off x="2674650" y="2490386"/>
            <a:ext cx="3794700" cy="320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26"/>
          <p:cNvSpPr txBox="1"/>
          <p:nvPr>
            <p:ph hasCustomPrompt="1" idx="4" type="title"/>
          </p:nvPr>
        </p:nvSpPr>
        <p:spPr>
          <a:xfrm>
            <a:off x="6477362" y="3046440"/>
            <a:ext cx="900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9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0" name="Google Shape;380;p26"/>
          <p:cNvSpPr txBox="1"/>
          <p:nvPr>
            <p:ph idx="5" type="subTitle"/>
          </p:nvPr>
        </p:nvSpPr>
        <p:spPr>
          <a:xfrm>
            <a:off x="2674650" y="3357154"/>
            <a:ext cx="3794700" cy="320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26"/>
          <p:cNvSpPr txBox="1"/>
          <p:nvPr>
            <p:ph hasCustomPrompt="1" idx="6" type="title"/>
          </p:nvPr>
        </p:nvSpPr>
        <p:spPr>
          <a:xfrm>
            <a:off x="1745692" y="3911936"/>
            <a:ext cx="900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9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2" name="Google Shape;382;p26"/>
          <p:cNvSpPr txBox="1"/>
          <p:nvPr>
            <p:ph idx="7" type="subTitle"/>
          </p:nvPr>
        </p:nvSpPr>
        <p:spPr>
          <a:xfrm>
            <a:off x="2674650" y="4224578"/>
            <a:ext cx="3794700" cy="320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26"/>
          <p:cNvSpPr txBox="1"/>
          <p:nvPr>
            <p:ph idx="8"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4" name="Google Shape;384;p26"/>
          <p:cNvSpPr txBox="1"/>
          <p:nvPr>
            <p:ph idx="9" type="subTitle"/>
          </p:nvPr>
        </p:nvSpPr>
        <p:spPr>
          <a:xfrm>
            <a:off x="2673750" y="1279165"/>
            <a:ext cx="3796500" cy="359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5" name="Google Shape;385;p26"/>
          <p:cNvSpPr txBox="1"/>
          <p:nvPr>
            <p:ph idx="13" type="subTitle"/>
          </p:nvPr>
        </p:nvSpPr>
        <p:spPr>
          <a:xfrm>
            <a:off x="2674650" y="2144843"/>
            <a:ext cx="3794700" cy="356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6" name="Google Shape;386;p26"/>
          <p:cNvSpPr txBox="1"/>
          <p:nvPr>
            <p:ph idx="14" type="subTitle"/>
          </p:nvPr>
        </p:nvSpPr>
        <p:spPr>
          <a:xfrm>
            <a:off x="2674650" y="3009017"/>
            <a:ext cx="3794700" cy="356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7" name="Google Shape;387;p26"/>
          <p:cNvSpPr txBox="1"/>
          <p:nvPr>
            <p:ph idx="15" type="subTitle"/>
          </p:nvPr>
        </p:nvSpPr>
        <p:spPr>
          <a:xfrm>
            <a:off x="2674650" y="3875791"/>
            <a:ext cx="3794700" cy="356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"/>
          <p:cNvSpPr txBox="1"/>
          <p:nvPr>
            <p:ph type="title"/>
          </p:nvPr>
        </p:nvSpPr>
        <p:spPr>
          <a:xfrm>
            <a:off x="5223150" y="2752125"/>
            <a:ext cx="3121800" cy="275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0" name="Google Shape;390;p27"/>
          <p:cNvSpPr txBox="1"/>
          <p:nvPr>
            <p:ph idx="1" type="subTitle"/>
          </p:nvPr>
        </p:nvSpPr>
        <p:spPr>
          <a:xfrm>
            <a:off x="2510800" y="575506"/>
            <a:ext cx="5834100" cy="14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"/>
          <p:cNvSpPr/>
          <p:nvPr/>
        </p:nvSpPr>
        <p:spPr>
          <a:xfrm rot="10800000">
            <a:off x="4611000" y="0"/>
            <a:ext cx="4533000" cy="5143500"/>
          </a:xfrm>
          <a:prstGeom prst="wedgeRectCallout">
            <a:avLst>
              <a:gd fmla="val 70496" name="adj1"/>
              <a:gd fmla="val 19935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8"/>
          <p:cNvSpPr txBox="1"/>
          <p:nvPr>
            <p:ph idx="1" type="subTitle"/>
          </p:nvPr>
        </p:nvSpPr>
        <p:spPr>
          <a:xfrm>
            <a:off x="5010400" y="1248975"/>
            <a:ext cx="3392400" cy="16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28"/>
          <p:cNvSpPr txBox="1"/>
          <p:nvPr>
            <p:ph type="title"/>
          </p:nvPr>
        </p:nvSpPr>
        <p:spPr>
          <a:xfrm>
            <a:off x="4569400" y="3400725"/>
            <a:ext cx="3859500" cy="4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 txBox="1"/>
          <p:nvPr>
            <p:ph idx="1" type="subTitle"/>
          </p:nvPr>
        </p:nvSpPr>
        <p:spPr>
          <a:xfrm>
            <a:off x="719425" y="2350146"/>
            <a:ext cx="3787500" cy="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29"/>
          <p:cNvSpPr txBox="1"/>
          <p:nvPr>
            <p:ph type="title"/>
          </p:nvPr>
        </p:nvSpPr>
        <p:spPr>
          <a:xfrm>
            <a:off x="849161" y="1059456"/>
            <a:ext cx="4075500" cy="11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"/>
          <p:cNvSpPr/>
          <p:nvPr/>
        </p:nvSpPr>
        <p:spPr>
          <a:xfrm>
            <a:off x="0" y="4831575"/>
            <a:ext cx="9144000" cy="31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0"/>
          <p:cNvSpPr txBox="1"/>
          <p:nvPr>
            <p:ph idx="1" type="subTitle"/>
          </p:nvPr>
        </p:nvSpPr>
        <p:spPr>
          <a:xfrm>
            <a:off x="2166450" y="3889705"/>
            <a:ext cx="48111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30"/>
          <p:cNvSpPr txBox="1"/>
          <p:nvPr>
            <p:ph type="title"/>
          </p:nvPr>
        </p:nvSpPr>
        <p:spPr>
          <a:xfrm>
            <a:off x="2071500" y="1512186"/>
            <a:ext cx="5001000" cy="13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"/>
          <p:cNvSpPr txBox="1"/>
          <p:nvPr>
            <p:ph idx="1" type="subTitle"/>
          </p:nvPr>
        </p:nvSpPr>
        <p:spPr>
          <a:xfrm>
            <a:off x="1289865" y="2552006"/>
            <a:ext cx="3276300" cy="8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31"/>
          <p:cNvSpPr txBox="1"/>
          <p:nvPr>
            <p:ph type="title"/>
          </p:nvPr>
        </p:nvSpPr>
        <p:spPr>
          <a:xfrm>
            <a:off x="1289865" y="1796131"/>
            <a:ext cx="436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2"/>
          <p:cNvSpPr txBox="1"/>
          <p:nvPr>
            <p:ph idx="1" type="subTitle"/>
          </p:nvPr>
        </p:nvSpPr>
        <p:spPr>
          <a:xfrm>
            <a:off x="715100" y="1205880"/>
            <a:ext cx="3851100" cy="31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568C"/>
              </a:buClr>
              <a:buSzPts val="1400"/>
              <a:buFont typeface="Cambo"/>
              <a:buChar char="●"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/>
            </a:lvl9pPr>
          </a:lstStyle>
          <a:p/>
        </p:txBody>
      </p:sp>
      <p:sp>
        <p:nvSpPr>
          <p:cNvPr id="407" name="Google Shape;407;p32"/>
          <p:cNvSpPr txBox="1"/>
          <p:nvPr>
            <p:ph type="title"/>
          </p:nvPr>
        </p:nvSpPr>
        <p:spPr>
          <a:xfrm>
            <a:off x="715107" y="535000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3400"/>
              <a:buNone/>
              <a:defRPr>
                <a:solidFill>
                  <a:srgbClr val="27272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10" name="Google Shape;410;p33"/>
          <p:cNvGrpSpPr/>
          <p:nvPr/>
        </p:nvGrpSpPr>
        <p:grpSpPr>
          <a:xfrm>
            <a:off x="-897926" y="-439590"/>
            <a:ext cx="10939851" cy="822180"/>
            <a:chOff x="-155138" y="-287190"/>
            <a:chExt cx="10939851" cy="822180"/>
          </a:xfrm>
        </p:grpSpPr>
        <p:grpSp>
          <p:nvGrpSpPr>
            <p:cNvPr id="411" name="Google Shape;411;p33"/>
            <p:cNvGrpSpPr/>
            <p:nvPr/>
          </p:nvGrpSpPr>
          <p:grpSpPr>
            <a:xfrm rot="5400000">
              <a:off x="2143235" y="-2585563"/>
              <a:ext cx="822180" cy="5418926"/>
              <a:chOff x="-102190" y="-137713"/>
              <a:chExt cx="822180" cy="5418926"/>
            </a:xfrm>
          </p:grpSpPr>
          <p:grpSp>
            <p:nvGrpSpPr>
              <p:cNvPr id="412" name="Google Shape;412;p33"/>
              <p:cNvGrpSpPr/>
              <p:nvPr/>
            </p:nvGrpSpPr>
            <p:grpSpPr>
              <a:xfrm rot="-5400000">
                <a:off x="-1011887" y="3549336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413" name="Google Shape;413;p33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414" name="Google Shape;414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15" name="Google Shape;415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6" name="Google Shape;416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7" name="Google Shape;417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8" name="Google Shape;418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9" name="Google Shape;419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20" name="Google Shape;420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21" name="Google Shape;421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2" name="Google Shape;422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3" name="Google Shape;423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4" name="Google Shape;424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5" name="Google Shape;425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26" name="Google Shape;426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27" name="Google Shape;427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8" name="Google Shape;428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9" name="Google Shape;429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0" name="Google Shape;430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1" name="Google Shape;431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32" name="Google Shape;432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33" name="Google Shape;433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4" name="Google Shape;434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5" name="Google Shape;435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6" name="Google Shape;436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7" name="Google Shape;437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438" name="Google Shape;438;p33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439" name="Google Shape;439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40" name="Google Shape;440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41" name="Google Shape;441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42" name="Google Shape;442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43" name="Google Shape;443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44" name="Google Shape;444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45" name="Google Shape;445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46" name="Google Shape;446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47" name="Google Shape;447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48" name="Google Shape;448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49" name="Google Shape;449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50" name="Google Shape;450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51" name="Google Shape;451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52" name="Google Shape;452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53" name="Google Shape;453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54" name="Google Shape;454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55" name="Google Shape;455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56" name="Google Shape;456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57" name="Google Shape;457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58" name="Google Shape;458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59" name="Google Shape;459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0" name="Google Shape;460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1" name="Google Shape;461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2" name="Google Shape;462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grpSp>
            <p:nvGrpSpPr>
              <p:cNvPr id="463" name="Google Shape;463;p33"/>
              <p:cNvGrpSpPr/>
              <p:nvPr/>
            </p:nvGrpSpPr>
            <p:grpSpPr>
              <a:xfrm rot="-5400000">
                <a:off x="-1011887" y="771984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464" name="Google Shape;464;p33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465" name="Google Shape;465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66" name="Google Shape;466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7" name="Google Shape;467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8" name="Google Shape;468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9" name="Google Shape;469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0" name="Google Shape;470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71" name="Google Shape;471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72" name="Google Shape;472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3" name="Google Shape;473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4" name="Google Shape;474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5" name="Google Shape;475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6" name="Google Shape;476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77" name="Google Shape;477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78" name="Google Shape;478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9" name="Google Shape;479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0" name="Google Shape;480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1" name="Google Shape;481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2" name="Google Shape;482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83" name="Google Shape;483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84" name="Google Shape;484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5" name="Google Shape;485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6" name="Google Shape;486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7" name="Google Shape;487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8" name="Google Shape;488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489" name="Google Shape;489;p33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490" name="Google Shape;490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91" name="Google Shape;491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2" name="Google Shape;492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3" name="Google Shape;493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4" name="Google Shape;494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5" name="Google Shape;495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96" name="Google Shape;496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497" name="Google Shape;497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8" name="Google Shape;498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9" name="Google Shape;499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00" name="Google Shape;500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01" name="Google Shape;501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02" name="Google Shape;502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03" name="Google Shape;503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04" name="Google Shape;504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05" name="Google Shape;505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06" name="Google Shape;506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07" name="Google Shape;507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08" name="Google Shape;508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09" name="Google Shape;509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10" name="Google Shape;510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11" name="Google Shape;511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12" name="Google Shape;512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13" name="Google Shape;513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</p:grpSp>
        <p:grpSp>
          <p:nvGrpSpPr>
            <p:cNvPr id="514" name="Google Shape;514;p33"/>
            <p:cNvGrpSpPr/>
            <p:nvPr/>
          </p:nvGrpSpPr>
          <p:grpSpPr>
            <a:xfrm rot="5400000">
              <a:off x="7664160" y="-2585563"/>
              <a:ext cx="822180" cy="5418926"/>
              <a:chOff x="-102190" y="-137713"/>
              <a:chExt cx="822180" cy="5418926"/>
            </a:xfrm>
          </p:grpSpPr>
          <p:grpSp>
            <p:nvGrpSpPr>
              <p:cNvPr id="515" name="Google Shape;515;p33"/>
              <p:cNvGrpSpPr/>
              <p:nvPr/>
            </p:nvGrpSpPr>
            <p:grpSpPr>
              <a:xfrm rot="-5400000">
                <a:off x="-1011887" y="3549336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516" name="Google Shape;516;p33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517" name="Google Shape;517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18" name="Google Shape;518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19" name="Google Shape;519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20" name="Google Shape;520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21" name="Google Shape;521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22" name="Google Shape;522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23" name="Google Shape;523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24" name="Google Shape;524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25" name="Google Shape;525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26" name="Google Shape;526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27" name="Google Shape;527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28" name="Google Shape;528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29" name="Google Shape;529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30" name="Google Shape;530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31" name="Google Shape;531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32" name="Google Shape;532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33" name="Google Shape;533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34" name="Google Shape;534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35" name="Google Shape;535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36" name="Google Shape;536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37" name="Google Shape;537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38" name="Google Shape;538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39" name="Google Shape;539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40" name="Google Shape;540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541" name="Google Shape;541;p33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542" name="Google Shape;542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43" name="Google Shape;543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44" name="Google Shape;544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45" name="Google Shape;545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46" name="Google Shape;546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47" name="Google Shape;547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48" name="Google Shape;548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49" name="Google Shape;549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50" name="Google Shape;550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51" name="Google Shape;551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52" name="Google Shape;552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53" name="Google Shape;553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54" name="Google Shape;554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55" name="Google Shape;555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56" name="Google Shape;556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57" name="Google Shape;557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58" name="Google Shape;558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59" name="Google Shape;559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60" name="Google Shape;560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61" name="Google Shape;561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62" name="Google Shape;562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63" name="Google Shape;563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64" name="Google Shape;564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65" name="Google Shape;565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grpSp>
            <p:nvGrpSpPr>
              <p:cNvPr id="566" name="Google Shape;566;p33"/>
              <p:cNvGrpSpPr/>
              <p:nvPr/>
            </p:nvGrpSpPr>
            <p:grpSpPr>
              <a:xfrm rot="-5400000">
                <a:off x="-1011887" y="771984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567" name="Google Shape;567;p33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568" name="Google Shape;568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69" name="Google Shape;569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70" name="Google Shape;570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71" name="Google Shape;571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72" name="Google Shape;572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73" name="Google Shape;573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74" name="Google Shape;574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75" name="Google Shape;575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76" name="Google Shape;576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77" name="Google Shape;577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78" name="Google Shape;578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79" name="Google Shape;579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80" name="Google Shape;580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81" name="Google Shape;581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82" name="Google Shape;582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83" name="Google Shape;583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84" name="Google Shape;584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85" name="Google Shape;585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86" name="Google Shape;586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87" name="Google Shape;587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88" name="Google Shape;588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89" name="Google Shape;589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90" name="Google Shape;590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91" name="Google Shape;591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592" name="Google Shape;592;p33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593" name="Google Shape;593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594" name="Google Shape;594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95" name="Google Shape;595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96" name="Google Shape;596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97" name="Google Shape;597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598" name="Google Shape;598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599" name="Google Shape;599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00" name="Google Shape;600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1" name="Google Shape;601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2" name="Google Shape;602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3" name="Google Shape;603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4" name="Google Shape;604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05" name="Google Shape;605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06" name="Google Shape;606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7" name="Google Shape;607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8" name="Google Shape;608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9" name="Google Shape;609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0" name="Google Shape;610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11" name="Google Shape;611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12" name="Google Shape;612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3" name="Google Shape;613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4" name="Google Shape;614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5" name="Google Shape;615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6" name="Google Shape;616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</p:grpSp>
      </p:grpSp>
      <p:grpSp>
        <p:nvGrpSpPr>
          <p:cNvPr id="617" name="Google Shape;617;p33"/>
          <p:cNvGrpSpPr/>
          <p:nvPr/>
        </p:nvGrpSpPr>
        <p:grpSpPr>
          <a:xfrm>
            <a:off x="-897926" y="4760910"/>
            <a:ext cx="10939851" cy="822180"/>
            <a:chOff x="-155138" y="-287190"/>
            <a:chExt cx="10939851" cy="822180"/>
          </a:xfrm>
        </p:grpSpPr>
        <p:grpSp>
          <p:nvGrpSpPr>
            <p:cNvPr id="618" name="Google Shape;618;p33"/>
            <p:cNvGrpSpPr/>
            <p:nvPr/>
          </p:nvGrpSpPr>
          <p:grpSpPr>
            <a:xfrm rot="5400000">
              <a:off x="2143235" y="-2585563"/>
              <a:ext cx="822180" cy="5418926"/>
              <a:chOff x="-102190" y="-137713"/>
              <a:chExt cx="822180" cy="5418926"/>
            </a:xfrm>
          </p:grpSpPr>
          <p:grpSp>
            <p:nvGrpSpPr>
              <p:cNvPr id="619" name="Google Shape;619;p33"/>
              <p:cNvGrpSpPr/>
              <p:nvPr/>
            </p:nvGrpSpPr>
            <p:grpSpPr>
              <a:xfrm rot="-5400000">
                <a:off x="-1011887" y="3549336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620" name="Google Shape;620;p33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621" name="Google Shape;621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22" name="Google Shape;622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3" name="Google Shape;623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4" name="Google Shape;624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5" name="Google Shape;625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6" name="Google Shape;626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27" name="Google Shape;627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28" name="Google Shape;628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9" name="Google Shape;629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30" name="Google Shape;630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31" name="Google Shape;631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32" name="Google Shape;632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33" name="Google Shape;633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34" name="Google Shape;634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35" name="Google Shape;635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36" name="Google Shape;636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37" name="Google Shape;637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38" name="Google Shape;638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39" name="Google Shape;639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40" name="Google Shape;640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41" name="Google Shape;641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42" name="Google Shape;642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43" name="Google Shape;643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44" name="Google Shape;644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645" name="Google Shape;645;p33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646" name="Google Shape;646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47" name="Google Shape;647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48" name="Google Shape;648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49" name="Google Shape;649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50" name="Google Shape;650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51" name="Google Shape;651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52" name="Google Shape;652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53" name="Google Shape;653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54" name="Google Shape;654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55" name="Google Shape;655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56" name="Google Shape;656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57" name="Google Shape;657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58" name="Google Shape;658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59" name="Google Shape;659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60" name="Google Shape;660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61" name="Google Shape;661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62" name="Google Shape;662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63" name="Google Shape;663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64" name="Google Shape;664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65" name="Google Shape;665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66" name="Google Shape;666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67" name="Google Shape;667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68" name="Google Shape;668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69" name="Google Shape;669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grpSp>
            <p:nvGrpSpPr>
              <p:cNvPr id="670" name="Google Shape;670;p33"/>
              <p:cNvGrpSpPr/>
              <p:nvPr/>
            </p:nvGrpSpPr>
            <p:grpSpPr>
              <a:xfrm rot="-5400000">
                <a:off x="-1011887" y="771984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671" name="Google Shape;671;p33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672" name="Google Shape;672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73" name="Google Shape;673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4" name="Google Shape;674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5" name="Google Shape;675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6" name="Google Shape;676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7" name="Google Shape;677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78" name="Google Shape;678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79" name="Google Shape;679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0" name="Google Shape;680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1" name="Google Shape;681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2" name="Google Shape;682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3" name="Google Shape;683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84" name="Google Shape;684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85" name="Google Shape;685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6" name="Google Shape;686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7" name="Google Shape;687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8" name="Google Shape;688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9" name="Google Shape;689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90" name="Google Shape;690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91" name="Google Shape;691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92" name="Google Shape;692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93" name="Google Shape;693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94" name="Google Shape;694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95" name="Google Shape;695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696" name="Google Shape;696;p33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697" name="Google Shape;697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698" name="Google Shape;698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99" name="Google Shape;699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00" name="Google Shape;700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01" name="Google Shape;701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02" name="Google Shape;702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03" name="Google Shape;703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04" name="Google Shape;704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05" name="Google Shape;705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06" name="Google Shape;706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07" name="Google Shape;707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08" name="Google Shape;708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09" name="Google Shape;709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10" name="Google Shape;710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11" name="Google Shape;711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12" name="Google Shape;712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13" name="Google Shape;713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14" name="Google Shape;714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15" name="Google Shape;715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16" name="Google Shape;716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17" name="Google Shape;717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18" name="Google Shape;718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19" name="Google Shape;719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20" name="Google Shape;720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</p:grpSp>
        <p:grpSp>
          <p:nvGrpSpPr>
            <p:cNvPr id="721" name="Google Shape;721;p33"/>
            <p:cNvGrpSpPr/>
            <p:nvPr/>
          </p:nvGrpSpPr>
          <p:grpSpPr>
            <a:xfrm rot="5400000">
              <a:off x="7664160" y="-2585563"/>
              <a:ext cx="822180" cy="5418926"/>
              <a:chOff x="-102190" y="-137713"/>
              <a:chExt cx="822180" cy="5418926"/>
            </a:xfrm>
          </p:grpSpPr>
          <p:grpSp>
            <p:nvGrpSpPr>
              <p:cNvPr id="722" name="Google Shape;722;p33"/>
              <p:cNvGrpSpPr/>
              <p:nvPr/>
            </p:nvGrpSpPr>
            <p:grpSpPr>
              <a:xfrm rot="-5400000">
                <a:off x="-1011887" y="3549336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723" name="Google Shape;723;p33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724" name="Google Shape;724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25" name="Google Shape;725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26" name="Google Shape;726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27" name="Google Shape;727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28" name="Google Shape;728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29" name="Google Shape;729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30" name="Google Shape;730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31" name="Google Shape;731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32" name="Google Shape;732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33" name="Google Shape;733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34" name="Google Shape;734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35" name="Google Shape;735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36" name="Google Shape;736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37" name="Google Shape;737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38" name="Google Shape;738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39" name="Google Shape;739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40" name="Google Shape;740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41" name="Google Shape;741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42" name="Google Shape;742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43" name="Google Shape;743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44" name="Google Shape;744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45" name="Google Shape;745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46" name="Google Shape;746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47" name="Google Shape;747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748" name="Google Shape;748;p33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749" name="Google Shape;749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50" name="Google Shape;750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1" name="Google Shape;751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2" name="Google Shape;752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3" name="Google Shape;753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4" name="Google Shape;754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55" name="Google Shape;755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56" name="Google Shape;756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7" name="Google Shape;757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8" name="Google Shape;758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9" name="Google Shape;759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0" name="Google Shape;760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61" name="Google Shape;761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62" name="Google Shape;762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3" name="Google Shape;763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4" name="Google Shape;764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5" name="Google Shape;765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6" name="Google Shape;766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67" name="Google Shape;767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68" name="Google Shape;768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9" name="Google Shape;769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0" name="Google Shape;770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1" name="Google Shape;771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2" name="Google Shape;772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grpSp>
            <p:nvGrpSpPr>
              <p:cNvPr id="773" name="Google Shape;773;p33"/>
              <p:cNvGrpSpPr/>
              <p:nvPr/>
            </p:nvGrpSpPr>
            <p:grpSpPr>
              <a:xfrm rot="-5400000">
                <a:off x="-1011887" y="771984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774" name="Google Shape;774;p33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775" name="Google Shape;775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76" name="Google Shape;776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7" name="Google Shape;777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8" name="Google Shape;778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9" name="Google Shape;779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80" name="Google Shape;780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81" name="Google Shape;781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82" name="Google Shape;782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83" name="Google Shape;783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84" name="Google Shape;784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85" name="Google Shape;785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86" name="Google Shape;786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87" name="Google Shape;787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88" name="Google Shape;788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89" name="Google Shape;789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90" name="Google Shape;790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91" name="Google Shape;791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92" name="Google Shape;792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93" name="Google Shape;793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794" name="Google Shape;794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95" name="Google Shape;795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96" name="Google Shape;796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97" name="Google Shape;797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98" name="Google Shape;798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799" name="Google Shape;799;p33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800" name="Google Shape;800;p33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801" name="Google Shape;801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02" name="Google Shape;802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03" name="Google Shape;803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04" name="Google Shape;804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05" name="Google Shape;805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806" name="Google Shape;806;p33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807" name="Google Shape;807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08" name="Google Shape;808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09" name="Google Shape;809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0" name="Google Shape;810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1" name="Google Shape;811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812" name="Google Shape;812;p33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813" name="Google Shape;813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4" name="Google Shape;814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5" name="Google Shape;815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6" name="Google Shape;816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7" name="Google Shape;817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818" name="Google Shape;818;p33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819" name="Google Shape;819;p33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0" name="Google Shape;820;p33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1" name="Google Shape;821;p33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2" name="Google Shape;822;p33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3" name="Google Shape;823;p33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4"/>
          <p:cNvSpPr/>
          <p:nvPr/>
        </p:nvSpPr>
        <p:spPr>
          <a:xfrm rot="-5400000">
            <a:off x="6833586" y="471131"/>
            <a:ext cx="5141957" cy="4185571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4"/>
          <p:cNvSpPr/>
          <p:nvPr/>
        </p:nvSpPr>
        <p:spPr>
          <a:xfrm flipH="1" rot="5400000">
            <a:off x="-2831543" y="486799"/>
            <a:ext cx="5141957" cy="4185571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4"/>
          <p:cNvSpPr txBox="1"/>
          <p:nvPr>
            <p:ph idx="1" type="subTitle"/>
          </p:nvPr>
        </p:nvSpPr>
        <p:spPr>
          <a:xfrm>
            <a:off x="1715938" y="2595500"/>
            <a:ext cx="2514600" cy="471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8" name="Google Shape;828;p34"/>
          <p:cNvSpPr txBox="1"/>
          <p:nvPr>
            <p:ph idx="2" type="subTitle"/>
          </p:nvPr>
        </p:nvSpPr>
        <p:spPr>
          <a:xfrm>
            <a:off x="4910763" y="2595500"/>
            <a:ext cx="2517300" cy="471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9" name="Google Shape;829;p34"/>
          <p:cNvSpPr txBox="1"/>
          <p:nvPr>
            <p:ph idx="3" type="subTitle"/>
          </p:nvPr>
        </p:nvSpPr>
        <p:spPr>
          <a:xfrm>
            <a:off x="1690038" y="3155275"/>
            <a:ext cx="2632800" cy="12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0" name="Google Shape;830;p34"/>
          <p:cNvSpPr txBox="1"/>
          <p:nvPr>
            <p:ph idx="4" type="subTitle"/>
          </p:nvPr>
        </p:nvSpPr>
        <p:spPr>
          <a:xfrm>
            <a:off x="4820563" y="3155275"/>
            <a:ext cx="2633400" cy="12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1" name="Google Shape;831;p3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4" name="Google Shape;834;p35"/>
          <p:cNvSpPr txBox="1"/>
          <p:nvPr>
            <p:ph idx="1" type="subTitle"/>
          </p:nvPr>
        </p:nvSpPr>
        <p:spPr>
          <a:xfrm>
            <a:off x="719300" y="1205875"/>
            <a:ext cx="4002300" cy="34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o"/>
              <a:buChar char="●"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9pPr>
          </a:lstStyle>
          <a:p/>
        </p:txBody>
      </p:sp>
      <p:sp>
        <p:nvSpPr>
          <p:cNvPr id="835" name="Google Shape;835;p35"/>
          <p:cNvSpPr txBox="1"/>
          <p:nvPr>
            <p:ph idx="2" type="subTitle"/>
          </p:nvPr>
        </p:nvSpPr>
        <p:spPr>
          <a:xfrm>
            <a:off x="4832675" y="1205875"/>
            <a:ext cx="3591900" cy="34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o"/>
              <a:buChar char="●"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6"/>
          <p:cNvSpPr txBox="1"/>
          <p:nvPr>
            <p:ph idx="1" type="subTitle"/>
          </p:nvPr>
        </p:nvSpPr>
        <p:spPr>
          <a:xfrm>
            <a:off x="720000" y="2954650"/>
            <a:ext cx="2440200" cy="460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8" name="Google Shape;838;p36"/>
          <p:cNvSpPr txBox="1"/>
          <p:nvPr>
            <p:ph idx="2" type="subTitle"/>
          </p:nvPr>
        </p:nvSpPr>
        <p:spPr>
          <a:xfrm>
            <a:off x="720000" y="3948202"/>
            <a:ext cx="24402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9" name="Google Shape;839;p36"/>
          <p:cNvSpPr txBox="1"/>
          <p:nvPr>
            <p:ph idx="3" type="subTitle"/>
          </p:nvPr>
        </p:nvSpPr>
        <p:spPr>
          <a:xfrm>
            <a:off x="3350700" y="3948205"/>
            <a:ext cx="24414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0" name="Google Shape;840;p36"/>
          <p:cNvSpPr txBox="1"/>
          <p:nvPr>
            <p:ph idx="4" type="subTitle"/>
          </p:nvPr>
        </p:nvSpPr>
        <p:spPr>
          <a:xfrm>
            <a:off x="5982600" y="3948205"/>
            <a:ext cx="24414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1" name="Google Shape;841;p3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2" name="Google Shape;842;p36"/>
          <p:cNvSpPr txBox="1"/>
          <p:nvPr>
            <p:ph idx="5" type="subTitle"/>
          </p:nvPr>
        </p:nvSpPr>
        <p:spPr>
          <a:xfrm>
            <a:off x="3350700" y="2954649"/>
            <a:ext cx="2441400" cy="460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3" name="Google Shape;843;p36"/>
          <p:cNvSpPr txBox="1"/>
          <p:nvPr>
            <p:ph idx="6" type="subTitle"/>
          </p:nvPr>
        </p:nvSpPr>
        <p:spPr>
          <a:xfrm>
            <a:off x="5982600" y="2954649"/>
            <a:ext cx="2441400" cy="460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4" name="Google Shape;844;p36"/>
          <p:cNvSpPr txBox="1"/>
          <p:nvPr>
            <p:ph idx="7" type="subTitle"/>
          </p:nvPr>
        </p:nvSpPr>
        <p:spPr>
          <a:xfrm>
            <a:off x="720000" y="3417689"/>
            <a:ext cx="2440200" cy="460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36"/>
          <p:cNvSpPr txBox="1"/>
          <p:nvPr>
            <p:ph idx="8" type="subTitle"/>
          </p:nvPr>
        </p:nvSpPr>
        <p:spPr>
          <a:xfrm>
            <a:off x="3350700" y="3417689"/>
            <a:ext cx="2441400" cy="460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6" name="Google Shape;846;p36"/>
          <p:cNvSpPr txBox="1"/>
          <p:nvPr>
            <p:ph idx="9" type="subTitle"/>
          </p:nvPr>
        </p:nvSpPr>
        <p:spPr>
          <a:xfrm>
            <a:off x="5982600" y="3417689"/>
            <a:ext cx="2441400" cy="460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7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9" name="Google Shape;849;p37"/>
          <p:cNvSpPr txBox="1"/>
          <p:nvPr>
            <p:ph idx="1" type="subTitle"/>
          </p:nvPr>
        </p:nvSpPr>
        <p:spPr>
          <a:xfrm>
            <a:off x="720000" y="2355900"/>
            <a:ext cx="2336400" cy="533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0" name="Google Shape;850;p37"/>
          <p:cNvSpPr txBox="1"/>
          <p:nvPr>
            <p:ph idx="2" type="subTitle"/>
          </p:nvPr>
        </p:nvSpPr>
        <p:spPr>
          <a:xfrm>
            <a:off x="852900" y="3466006"/>
            <a:ext cx="20706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1" name="Google Shape;851;p37"/>
          <p:cNvSpPr txBox="1"/>
          <p:nvPr>
            <p:ph idx="3" type="subTitle"/>
          </p:nvPr>
        </p:nvSpPr>
        <p:spPr>
          <a:xfrm>
            <a:off x="3538800" y="3466006"/>
            <a:ext cx="20664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2" name="Google Shape;852;p37"/>
          <p:cNvSpPr txBox="1"/>
          <p:nvPr>
            <p:ph idx="4" type="subTitle"/>
          </p:nvPr>
        </p:nvSpPr>
        <p:spPr>
          <a:xfrm>
            <a:off x="6222600" y="3466006"/>
            <a:ext cx="20664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3" name="Google Shape;853;p37"/>
          <p:cNvSpPr txBox="1"/>
          <p:nvPr>
            <p:ph idx="5" type="subTitle"/>
          </p:nvPr>
        </p:nvSpPr>
        <p:spPr>
          <a:xfrm>
            <a:off x="3403800" y="2355900"/>
            <a:ext cx="2336400" cy="533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4" name="Google Shape;854;p37"/>
          <p:cNvSpPr txBox="1"/>
          <p:nvPr>
            <p:ph idx="6" type="subTitle"/>
          </p:nvPr>
        </p:nvSpPr>
        <p:spPr>
          <a:xfrm>
            <a:off x="6087600" y="2355900"/>
            <a:ext cx="2336400" cy="533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5" name="Google Shape;855;p37"/>
          <p:cNvSpPr txBox="1"/>
          <p:nvPr>
            <p:ph idx="7" type="subTitle"/>
          </p:nvPr>
        </p:nvSpPr>
        <p:spPr>
          <a:xfrm>
            <a:off x="937200" y="2984978"/>
            <a:ext cx="1902000" cy="4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6" name="Google Shape;856;p37"/>
          <p:cNvSpPr txBox="1"/>
          <p:nvPr>
            <p:ph idx="8" type="subTitle"/>
          </p:nvPr>
        </p:nvSpPr>
        <p:spPr>
          <a:xfrm>
            <a:off x="3621000" y="2984978"/>
            <a:ext cx="1902000" cy="4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7" name="Google Shape;857;p37"/>
          <p:cNvSpPr txBox="1"/>
          <p:nvPr>
            <p:ph idx="9" type="subTitle"/>
          </p:nvPr>
        </p:nvSpPr>
        <p:spPr>
          <a:xfrm>
            <a:off x="6304200" y="2984978"/>
            <a:ext cx="1903200" cy="4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_1_1_2_1_1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8"/>
          <p:cNvSpPr txBox="1"/>
          <p:nvPr>
            <p:ph type="title"/>
          </p:nvPr>
        </p:nvSpPr>
        <p:spPr>
          <a:xfrm>
            <a:off x="3019225" y="535000"/>
            <a:ext cx="4543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60" name="Google Shape;860;p38"/>
          <p:cNvSpPr txBox="1"/>
          <p:nvPr>
            <p:ph idx="1" type="subTitle"/>
          </p:nvPr>
        </p:nvSpPr>
        <p:spPr>
          <a:xfrm>
            <a:off x="3019217" y="1425675"/>
            <a:ext cx="2141700" cy="484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1" name="Google Shape;861;p38"/>
          <p:cNvSpPr txBox="1"/>
          <p:nvPr>
            <p:ph idx="2" type="subTitle"/>
          </p:nvPr>
        </p:nvSpPr>
        <p:spPr>
          <a:xfrm>
            <a:off x="5313348" y="1353675"/>
            <a:ext cx="2446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2" name="Google Shape;862;p38"/>
          <p:cNvSpPr txBox="1"/>
          <p:nvPr>
            <p:ph idx="3" type="subTitle"/>
          </p:nvPr>
        </p:nvSpPr>
        <p:spPr>
          <a:xfrm>
            <a:off x="5313348" y="2571321"/>
            <a:ext cx="2446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3" name="Google Shape;863;p38"/>
          <p:cNvSpPr txBox="1"/>
          <p:nvPr>
            <p:ph idx="4" type="subTitle"/>
          </p:nvPr>
        </p:nvSpPr>
        <p:spPr>
          <a:xfrm>
            <a:off x="5313348" y="3788975"/>
            <a:ext cx="2446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4" name="Google Shape;864;p38"/>
          <p:cNvSpPr txBox="1"/>
          <p:nvPr>
            <p:ph idx="5" type="subTitle"/>
          </p:nvPr>
        </p:nvSpPr>
        <p:spPr>
          <a:xfrm>
            <a:off x="3019217" y="2643321"/>
            <a:ext cx="2141700" cy="484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5" name="Google Shape;865;p38"/>
          <p:cNvSpPr txBox="1"/>
          <p:nvPr>
            <p:ph idx="6" type="subTitle"/>
          </p:nvPr>
        </p:nvSpPr>
        <p:spPr>
          <a:xfrm>
            <a:off x="3019217" y="3860975"/>
            <a:ext cx="2141700" cy="484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BLANK_1_1_1_2_1_1_1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9"/>
          <p:cNvSpPr/>
          <p:nvPr/>
        </p:nvSpPr>
        <p:spPr>
          <a:xfrm flipH="1" rot="-5400000">
            <a:off x="3143650" y="-3151050"/>
            <a:ext cx="2849400" cy="91515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9"/>
          <p:cNvSpPr/>
          <p:nvPr/>
        </p:nvSpPr>
        <p:spPr>
          <a:xfrm>
            <a:off x="125" y="2971400"/>
            <a:ext cx="9144000" cy="2849400"/>
          </a:xfrm>
          <a:prstGeom prst="rtTriangle">
            <a:avLst/>
          </a:prstGeom>
          <a:solidFill>
            <a:srgbClr val="C5C5C5">
              <a:alpha val="38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9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70" name="Google Shape;870;p39"/>
          <p:cNvSpPr txBox="1"/>
          <p:nvPr>
            <p:ph idx="1" type="subTitle"/>
          </p:nvPr>
        </p:nvSpPr>
        <p:spPr>
          <a:xfrm>
            <a:off x="719125" y="2661788"/>
            <a:ext cx="2412900" cy="455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1" name="Google Shape;871;p39"/>
          <p:cNvSpPr txBox="1"/>
          <p:nvPr>
            <p:ph idx="2" type="subTitle"/>
          </p:nvPr>
        </p:nvSpPr>
        <p:spPr>
          <a:xfrm>
            <a:off x="719125" y="1640338"/>
            <a:ext cx="24129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2" name="Google Shape;872;p39"/>
          <p:cNvSpPr txBox="1"/>
          <p:nvPr>
            <p:ph idx="3" type="subTitle"/>
          </p:nvPr>
        </p:nvSpPr>
        <p:spPr>
          <a:xfrm>
            <a:off x="3364950" y="2179600"/>
            <a:ext cx="24141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3" name="Google Shape;873;p39"/>
          <p:cNvSpPr txBox="1"/>
          <p:nvPr>
            <p:ph idx="4" type="subTitle"/>
          </p:nvPr>
        </p:nvSpPr>
        <p:spPr>
          <a:xfrm>
            <a:off x="6012000" y="2781950"/>
            <a:ext cx="2412300" cy="8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4" name="Google Shape;874;p39"/>
          <p:cNvSpPr txBox="1"/>
          <p:nvPr>
            <p:ph idx="5" type="subTitle"/>
          </p:nvPr>
        </p:nvSpPr>
        <p:spPr>
          <a:xfrm>
            <a:off x="3364950" y="3201051"/>
            <a:ext cx="2414100" cy="455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5" name="Google Shape;875;p39"/>
          <p:cNvSpPr txBox="1"/>
          <p:nvPr>
            <p:ph idx="6" type="subTitle"/>
          </p:nvPr>
        </p:nvSpPr>
        <p:spPr>
          <a:xfrm>
            <a:off x="6011100" y="3802350"/>
            <a:ext cx="2414100" cy="455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TITLE_AND_TWO_COLUMNS_1_2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0"/>
          <p:cNvSpPr txBox="1"/>
          <p:nvPr>
            <p:ph idx="1" type="subTitle"/>
          </p:nvPr>
        </p:nvSpPr>
        <p:spPr>
          <a:xfrm>
            <a:off x="3341381" y="3356350"/>
            <a:ext cx="2477400" cy="423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8" name="Google Shape;878;p40"/>
          <p:cNvSpPr txBox="1"/>
          <p:nvPr>
            <p:ph idx="2" type="subTitle"/>
          </p:nvPr>
        </p:nvSpPr>
        <p:spPr>
          <a:xfrm>
            <a:off x="5934756" y="1771812"/>
            <a:ext cx="2478000" cy="423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9" name="Google Shape;879;p40"/>
          <p:cNvSpPr txBox="1"/>
          <p:nvPr>
            <p:ph idx="3" type="subTitle"/>
          </p:nvPr>
        </p:nvSpPr>
        <p:spPr>
          <a:xfrm>
            <a:off x="3341381" y="3779650"/>
            <a:ext cx="24774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40"/>
          <p:cNvSpPr txBox="1"/>
          <p:nvPr>
            <p:ph idx="4" type="subTitle"/>
          </p:nvPr>
        </p:nvSpPr>
        <p:spPr>
          <a:xfrm>
            <a:off x="5934756" y="2195088"/>
            <a:ext cx="24780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2" name="Google Shape;882;p40"/>
          <p:cNvSpPr txBox="1"/>
          <p:nvPr>
            <p:ph idx="5" type="subTitle"/>
          </p:nvPr>
        </p:nvSpPr>
        <p:spPr>
          <a:xfrm>
            <a:off x="720000" y="1771812"/>
            <a:ext cx="2478000" cy="423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3" name="Google Shape;883;p40"/>
          <p:cNvSpPr txBox="1"/>
          <p:nvPr>
            <p:ph idx="6" type="subTitle"/>
          </p:nvPr>
        </p:nvSpPr>
        <p:spPr>
          <a:xfrm>
            <a:off x="720000" y="2195088"/>
            <a:ext cx="24780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1"/>
          <p:cNvSpPr txBox="1"/>
          <p:nvPr>
            <p:ph idx="1" type="subTitle"/>
          </p:nvPr>
        </p:nvSpPr>
        <p:spPr>
          <a:xfrm>
            <a:off x="1928841" y="1699962"/>
            <a:ext cx="24780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6" name="Google Shape;886;p41"/>
          <p:cNvSpPr txBox="1"/>
          <p:nvPr>
            <p:ph idx="2" type="subTitle"/>
          </p:nvPr>
        </p:nvSpPr>
        <p:spPr>
          <a:xfrm>
            <a:off x="1928841" y="2200987"/>
            <a:ext cx="2340900" cy="63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7" name="Google Shape;887;p41"/>
          <p:cNvSpPr txBox="1"/>
          <p:nvPr>
            <p:ph idx="3" type="subTitle"/>
          </p:nvPr>
        </p:nvSpPr>
        <p:spPr>
          <a:xfrm>
            <a:off x="5543300" y="2200975"/>
            <a:ext cx="2343900" cy="63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8" name="Google Shape;888;p41"/>
          <p:cNvSpPr txBox="1"/>
          <p:nvPr>
            <p:ph idx="4" type="subTitle"/>
          </p:nvPr>
        </p:nvSpPr>
        <p:spPr>
          <a:xfrm>
            <a:off x="1928841" y="3598990"/>
            <a:ext cx="2340900" cy="63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9" name="Google Shape;889;p41"/>
          <p:cNvSpPr txBox="1"/>
          <p:nvPr>
            <p:ph idx="5" type="subTitle"/>
          </p:nvPr>
        </p:nvSpPr>
        <p:spPr>
          <a:xfrm>
            <a:off x="5543303" y="3598990"/>
            <a:ext cx="2340900" cy="63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0" name="Google Shape;890;p41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1" name="Google Shape;891;p41"/>
          <p:cNvSpPr txBox="1"/>
          <p:nvPr>
            <p:ph idx="6" type="subTitle"/>
          </p:nvPr>
        </p:nvSpPr>
        <p:spPr>
          <a:xfrm>
            <a:off x="1928091" y="3098962"/>
            <a:ext cx="2479500" cy="443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2" name="Google Shape;892;p41"/>
          <p:cNvSpPr txBox="1"/>
          <p:nvPr>
            <p:ph idx="7" type="subTitle"/>
          </p:nvPr>
        </p:nvSpPr>
        <p:spPr>
          <a:xfrm>
            <a:off x="5543303" y="1699962"/>
            <a:ext cx="24780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3" name="Google Shape;893;p41"/>
          <p:cNvSpPr txBox="1"/>
          <p:nvPr>
            <p:ph idx="8" type="subTitle"/>
          </p:nvPr>
        </p:nvSpPr>
        <p:spPr>
          <a:xfrm>
            <a:off x="5543303" y="3098962"/>
            <a:ext cx="2478000" cy="443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2"/>
          <p:cNvSpPr/>
          <p:nvPr/>
        </p:nvSpPr>
        <p:spPr>
          <a:xfrm>
            <a:off x="0" y="4608500"/>
            <a:ext cx="9144000" cy="534900"/>
          </a:xfrm>
          <a:prstGeom prst="rect">
            <a:avLst/>
          </a:prstGeom>
          <a:solidFill>
            <a:srgbClr val="C5C5C5">
              <a:alpha val="38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42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b="1">
                <a:solidFill>
                  <a:srgbClr val="24232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7" name="Google Shape;897;p42"/>
          <p:cNvSpPr txBox="1"/>
          <p:nvPr>
            <p:ph idx="1" type="subTitle"/>
          </p:nvPr>
        </p:nvSpPr>
        <p:spPr>
          <a:xfrm>
            <a:off x="836150" y="2078075"/>
            <a:ext cx="2080500" cy="71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8" name="Google Shape;898;p42"/>
          <p:cNvSpPr txBox="1"/>
          <p:nvPr>
            <p:ph idx="2" type="subTitle"/>
          </p:nvPr>
        </p:nvSpPr>
        <p:spPr>
          <a:xfrm>
            <a:off x="3529650" y="2078075"/>
            <a:ext cx="2084700" cy="71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9" name="Google Shape;899;p42"/>
          <p:cNvSpPr txBox="1"/>
          <p:nvPr>
            <p:ph idx="3" type="subTitle"/>
          </p:nvPr>
        </p:nvSpPr>
        <p:spPr>
          <a:xfrm>
            <a:off x="6226000" y="2078075"/>
            <a:ext cx="2083200" cy="71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42"/>
          <p:cNvSpPr txBox="1"/>
          <p:nvPr>
            <p:ph idx="4" type="subTitle"/>
          </p:nvPr>
        </p:nvSpPr>
        <p:spPr>
          <a:xfrm>
            <a:off x="836150" y="3732688"/>
            <a:ext cx="20805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1" name="Google Shape;901;p42"/>
          <p:cNvSpPr txBox="1"/>
          <p:nvPr>
            <p:ph idx="5" type="subTitle"/>
          </p:nvPr>
        </p:nvSpPr>
        <p:spPr>
          <a:xfrm>
            <a:off x="3529650" y="3732688"/>
            <a:ext cx="20847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2" name="Google Shape;902;p42"/>
          <p:cNvSpPr txBox="1"/>
          <p:nvPr>
            <p:ph idx="6" type="subTitle"/>
          </p:nvPr>
        </p:nvSpPr>
        <p:spPr>
          <a:xfrm>
            <a:off x="6226000" y="3732688"/>
            <a:ext cx="20832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3" name="Google Shape;903;p42"/>
          <p:cNvSpPr txBox="1"/>
          <p:nvPr>
            <p:ph idx="7" type="subTitle"/>
          </p:nvPr>
        </p:nvSpPr>
        <p:spPr>
          <a:xfrm>
            <a:off x="715100" y="1367113"/>
            <a:ext cx="23226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4" name="Google Shape;904;p42"/>
          <p:cNvSpPr txBox="1"/>
          <p:nvPr>
            <p:ph idx="8" type="subTitle"/>
          </p:nvPr>
        </p:nvSpPr>
        <p:spPr>
          <a:xfrm>
            <a:off x="3408450" y="1367113"/>
            <a:ext cx="23271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5" name="Google Shape;905;p42"/>
          <p:cNvSpPr txBox="1"/>
          <p:nvPr>
            <p:ph idx="9" type="subTitle"/>
          </p:nvPr>
        </p:nvSpPr>
        <p:spPr>
          <a:xfrm>
            <a:off x="6106300" y="1367113"/>
            <a:ext cx="23226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6" name="Google Shape;906;p42"/>
          <p:cNvSpPr txBox="1"/>
          <p:nvPr>
            <p:ph idx="13" type="subTitle"/>
          </p:nvPr>
        </p:nvSpPr>
        <p:spPr>
          <a:xfrm>
            <a:off x="715100" y="3017189"/>
            <a:ext cx="23226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7" name="Google Shape;907;p42"/>
          <p:cNvSpPr txBox="1"/>
          <p:nvPr>
            <p:ph idx="14" type="subTitle"/>
          </p:nvPr>
        </p:nvSpPr>
        <p:spPr>
          <a:xfrm>
            <a:off x="3408450" y="3017189"/>
            <a:ext cx="23271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8" name="Google Shape;908;p42"/>
          <p:cNvSpPr txBox="1"/>
          <p:nvPr>
            <p:ph idx="15" type="subTitle"/>
          </p:nvPr>
        </p:nvSpPr>
        <p:spPr>
          <a:xfrm>
            <a:off x="6106300" y="3017189"/>
            <a:ext cx="23226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3"/>
          <p:cNvSpPr/>
          <p:nvPr/>
        </p:nvSpPr>
        <p:spPr>
          <a:xfrm rot="10800000">
            <a:off x="2180800" y="0"/>
            <a:ext cx="4782300" cy="5023500"/>
          </a:xfrm>
          <a:prstGeom prst="round2SameRect">
            <a:avLst>
              <a:gd fmla="val 48081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3"/>
          <p:cNvSpPr txBox="1"/>
          <p:nvPr>
            <p:ph hasCustomPrompt="1" type="title"/>
          </p:nvPr>
        </p:nvSpPr>
        <p:spPr>
          <a:xfrm>
            <a:off x="807650" y="599549"/>
            <a:ext cx="46947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12" name="Google Shape;912;p43"/>
          <p:cNvSpPr txBox="1"/>
          <p:nvPr>
            <p:ph idx="1" type="subTitle"/>
          </p:nvPr>
        </p:nvSpPr>
        <p:spPr>
          <a:xfrm>
            <a:off x="807650" y="1435261"/>
            <a:ext cx="4694700" cy="3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3" name="Google Shape;913;p43"/>
          <p:cNvSpPr txBox="1"/>
          <p:nvPr>
            <p:ph hasCustomPrompt="1" idx="2" type="title"/>
          </p:nvPr>
        </p:nvSpPr>
        <p:spPr>
          <a:xfrm>
            <a:off x="3687005" y="1991404"/>
            <a:ext cx="46002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14" name="Google Shape;914;p43"/>
          <p:cNvSpPr txBox="1"/>
          <p:nvPr>
            <p:ph idx="3" type="subTitle"/>
          </p:nvPr>
        </p:nvSpPr>
        <p:spPr>
          <a:xfrm>
            <a:off x="3641705" y="2819704"/>
            <a:ext cx="46908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5" name="Google Shape;915;p43"/>
          <p:cNvSpPr txBox="1"/>
          <p:nvPr>
            <p:ph hasCustomPrompt="1" idx="4" type="title"/>
          </p:nvPr>
        </p:nvSpPr>
        <p:spPr>
          <a:xfrm>
            <a:off x="1451750" y="3383136"/>
            <a:ext cx="46908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16" name="Google Shape;916;p43"/>
          <p:cNvSpPr txBox="1"/>
          <p:nvPr>
            <p:ph idx="5" type="subTitle"/>
          </p:nvPr>
        </p:nvSpPr>
        <p:spPr>
          <a:xfrm>
            <a:off x="1451750" y="4211436"/>
            <a:ext cx="46908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4"/>
          <p:cNvSpPr/>
          <p:nvPr/>
        </p:nvSpPr>
        <p:spPr>
          <a:xfrm>
            <a:off x="186363" y="119950"/>
            <a:ext cx="4782300" cy="5023800"/>
          </a:xfrm>
          <a:prstGeom prst="round2SameRect">
            <a:avLst>
              <a:gd fmla="val 48081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9" name="Google Shape;919;p44"/>
          <p:cNvGrpSpPr/>
          <p:nvPr/>
        </p:nvGrpSpPr>
        <p:grpSpPr>
          <a:xfrm>
            <a:off x="708480" y="224350"/>
            <a:ext cx="3738190" cy="5905198"/>
            <a:chOff x="2724688" y="224350"/>
            <a:chExt cx="3738190" cy="5905198"/>
          </a:xfrm>
        </p:grpSpPr>
        <p:sp>
          <p:nvSpPr>
            <p:cNvPr id="920" name="Google Shape;920;p44"/>
            <p:cNvSpPr/>
            <p:nvPr/>
          </p:nvSpPr>
          <p:spPr>
            <a:xfrm>
              <a:off x="2724688" y="224350"/>
              <a:ext cx="3738190" cy="5905198"/>
            </a:xfrm>
            <a:custGeom>
              <a:rect b="b" l="l" r="r" t="t"/>
              <a:pathLst>
                <a:path extrusionOk="0" h="91105" w="50593">
                  <a:moveTo>
                    <a:pt x="3773" y="1"/>
                  </a:moveTo>
                  <a:cubicBezTo>
                    <a:pt x="1682" y="1"/>
                    <a:pt x="1" y="1691"/>
                    <a:pt x="1" y="3773"/>
                  </a:cubicBezTo>
                  <a:lnTo>
                    <a:pt x="1" y="87333"/>
                  </a:lnTo>
                  <a:cubicBezTo>
                    <a:pt x="1" y="89423"/>
                    <a:pt x="1691" y="91105"/>
                    <a:pt x="3773" y="91105"/>
                  </a:cubicBezTo>
                  <a:lnTo>
                    <a:pt x="45657" y="91105"/>
                  </a:lnTo>
                  <a:cubicBezTo>
                    <a:pt x="47748" y="91105"/>
                    <a:pt x="49429" y="89414"/>
                    <a:pt x="49429" y="87333"/>
                  </a:cubicBezTo>
                  <a:lnTo>
                    <a:pt x="49429" y="31269"/>
                  </a:lnTo>
                  <a:lnTo>
                    <a:pt x="49748" y="31269"/>
                  </a:lnTo>
                  <a:cubicBezTo>
                    <a:pt x="50593" y="31269"/>
                    <a:pt x="50475" y="30578"/>
                    <a:pt x="50475" y="29723"/>
                  </a:cubicBezTo>
                  <a:lnTo>
                    <a:pt x="50475" y="23997"/>
                  </a:lnTo>
                  <a:cubicBezTo>
                    <a:pt x="50475" y="23143"/>
                    <a:pt x="50593" y="22452"/>
                    <a:pt x="49748" y="22452"/>
                  </a:cubicBezTo>
                  <a:lnTo>
                    <a:pt x="49429" y="22452"/>
                  </a:lnTo>
                  <a:lnTo>
                    <a:pt x="49429" y="21043"/>
                  </a:lnTo>
                  <a:lnTo>
                    <a:pt x="49748" y="21043"/>
                  </a:lnTo>
                  <a:cubicBezTo>
                    <a:pt x="50593" y="21043"/>
                    <a:pt x="50475" y="20352"/>
                    <a:pt x="50475" y="19498"/>
                  </a:cubicBezTo>
                  <a:lnTo>
                    <a:pt x="50475" y="13771"/>
                  </a:lnTo>
                  <a:cubicBezTo>
                    <a:pt x="50475" y="12917"/>
                    <a:pt x="50593" y="12226"/>
                    <a:pt x="49748" y="12226"/>
                  </a:cubicBezTo>
                  <a:lnTo>
                    <a:pt x="49429" y="12226"/>
                  </a:lnTo>
                  <a:lnTo>
                    <a:pt x="49429" y="3773"/>
                  </a:lnTo>
                  <a:cubicBezTo>
                    <a:pt x="49429" y="1682"/>
                    <a:pt x="47730" y="1"/>
                    <a:pt x="45657" y="1"/>
                  </a:cubicBezTo>
                  <a:close/>
                </a:path>
              </a:pathLst>
            </a:custGeom>
            <a:solidFill>
              <a:srgbClr val="E2AB5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4"/>
            <p:cNvSpPr/>
            <p:nvPr/>
          </p:nvSpPr>
          <p:spPr>
            <a:xfrm>
              <a:off x="4487687" y="345750"/>
              <a:ext cx="136765" cy="137283"/>
            </a:xfrm>
            <a:custGeom>
              <a:rect b="b" l="l" r="r" t="t"/>
              <a:pathLst>
                <a:path extrusionOk="0" h="2118" w="2110">
                  <a:moveTo>
                    <a:pt x="1055" y="0"/>
                  </a:moveTo>
                  <a:cubicBezTo>
                    <a:pt x="473" y="0"/>
                    <a:pt x="1" y="482"/>
                    <a:pt x="1" y="1054"/>
                  </a:cubicBezTo>
                  <a:cubicBezTo>
                    <a:pt x="1" y="1636"/>
                    <a:pt x="473" y="2118"/>
                    <a:pt x="1055" y="2118"/>
                  </a:cubicBezTo>
                  <a:cubicBezTo>
                    <a:pt x="1637" y="2118"/>
                    <a:pt x="2109" y="1636"/>
                    <a:pt x="2109" y="1054"/>
                  </a:cubicBezTo>
                  <a:cubicBezTo>
                    <a:pt x="2109" y="482"/>
                    <a:pt x="1646" y="0"/>
                    <a:pt x="1055" y="0"/>
                  </a:cubicBezTo>
                  <a:close/>
                </a:path>
              </a:pathLst>
            </a:custGeom>
            <a:solidFill>
              <a:srgbClr val="262626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4"/>
            <p:cNvSpPr/>
            <p:nvPr/>
          </p:nvSpPr>
          <p:spPr>
            <a:xfrm>
              <a:off x="2928172" y="414067"/>
              <a:ext cx="3245952" cy="5524590"/>
            </a:xfrm>
            <a:custGeom>
              <a:rect b="b" l="l" r="r" t="t"/>
              <a:pathLst>
                <a:path extrusionOk="0" h="85233" w="43931">
                  <a:moveTo>
                    <a:pt x="2210" y="0"/>
                  </a:moveTo>
                  <a:cubicBezTo>
                    <a:pt x="982" y="0"/>
                    <a:pt x="1" y="991"/>
                    <a:pt x="1" y="2218"/>
                  </a:cubicBezTo>
                  <a:lnTo>
                    <a:pt x="1" y="83015"/>
                  </a:lnTo>
                  <a:cubicBezTo>
                    <a:pt x="1" y="84242"/>
                    <a:pt x="982" y="85233"/>
                    <a:pt x="2210" y="85233"/>
                  </a:cubicBezTo>
                  <a:lnTo>
                    <a:pt x="41722" y="85233"/>
                  </a:lnTo>
                  <a:cubicBezTo>
                    <a:pt x="42949" y="85233"/>
                    <a:pt x="43930" y="84242"/>
                    <a:pt x="43930" y="83015"/>
                  </a:cubicBezTo>
                  <a:lnTo>
                    <a:pt x="43930" y="2227"/>
                  </a:lnTo>
                  <a:cubicBezTo>
                    <a:pt x="43930" y="1000"/>
                    <a:pt x="42949" y="0"/>
                    <a:pt x="41722" y="0"/>
                  </a:cubicBezTo>
                  <a:lnTo>
                    <a:pt x="24170" y="0"/>
                  </a:lnTo>
                  <a:cubicBezTo>
                    <a:pt x="24170" y="1218"/>
                    <a:pt x="23188" y="2218"/>
                    <a:pt x="21970" y="2218"/>
                  </a:cubicBezTo>
                  <a:cubicBezTo>
                    <a:pt x="20752" y="2218"/>
                    <a:pt x="19752" y="1227"/>
                    <a:pt x="19752" y="0"/>
                  </a:cubicBezTo>
                  <a:close/>
                </a:path>
              </a:pathLst>
            </a:custGeom>
            <a:solidFill>
              <a:srgbClr val="EDE7E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4"/>
            <p:cNvSpPr/>
            <p:nvPr/>
          </p:nvSpPr>
          <p:spPr>
            <a:xfrm>
              <a:off x="2928172" y="414067"/>
              <a:ext cx="3247282" cy="344116"/>
            </a:xfrm>
            <a:custGeom>
              <a:rect b="b" l="l" r="r" t="t"/>
              <a:pathLst>
                <a:path extrusionOk="0" h="5309" w="43949">
                  <a:moveTo>
                    <a:pt x="2210" y="0"/>
                  </a:moveTo>
                  <a:cubicBezTo>
                    <a:pt x="982" y="0"/>
                    <a:pt x="1" y="991"/>
                    <a:pt x="1" y="2218"/>
                  </a:cubicBezTo>
                  <a:lnTo>
                    <a:pt x="1" y="5309"/>
                  </a:lnTo>
                  <a:lnTo>
                    <a:pt x="43949" y="5309"/>
                  </a:lnTo>
                  <a:lnTo>
                    <a:pt x="43949" y="2218"/>
                  </a:lnTo>
                  <a:cubicBezTo>
                    <a:pt x="43930" y="1000"/>
                    <a:pt x="42949" y="0"/>
                    <a:pt x="41722" y="0"/>
                  </a:cubicBezTo>
                  <a:lnTo>
                    <a:pt x="24170" y="0"/>
                  </a:lnTo>
                  <a:cubicBezTo>
                    <a:pt x="24170" y="1218"/>
                    <a:pt x="23188" y="2218"/>
                    <a:pt x="21970" y="2218"/>
                  </a:cubicBezTo>
                  <a:cubicBezTo>
                    <a:pt x="20752" y="2218"/>
                    <a:pt x="19752" y="1227"/>
                    <a:pt x="19752" y="0"/>
                  </a:cubicBezTo>
                  <a:close/>
                </a:path>
              </a:pathLst>
            </a:custGeom>
            <a:solidFill>
              <a:srgbClr val="E2AB5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44"/>
            <p:cNvSpPr/>
            <p:nvPr/>
          </p:nvSpPr>
          <p:spPr>
            <a:xfrm>
              <a:off x="5748491" y="486531"/>
              <a:ext cx="45437" cy="45437"/>
            </a:xfrm>
            <a:custGeom>
              <a:rect b="b" l="l" r="r" t="t"/>
              <a:pathLst>
                <a:path extrusionOk="0" h="701" w="701">
                  <a:moveTo>
                    <a:pt x="346" y="0"/>
                  </a:moveTo>
                  <a:cubicBezTo>
                    <a:pt x="155" y="0"/>
                    <a:pt x="0" y="155"/>
                    <a:pt x="0" y="355"/>
                  </a:cubicBezTo>
                  <a:cubicBezTo>
                    <a:pt x="0" y="546"/>
                    <a:pt x="155" y="700"/>
                    <a:pt x="346" y="700"/>
                  </a:cubicBezTo>
                  <a:cubicBezTo>
                    <a:pt x="546" y="700"/>
                    <a:pt x="700" y="546"/>
                    <a:pt x="700" y="355"/>
                  </a:cubicBezTo>
                  <a:cubicBezTo>
                    <a:pt x="700" y="155"/>
                    <a:pt x="546" y="0"/>
                    <a:pt x="346" y="0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44"/>
            <p:cNvSpPr/>
            <p:nvPr/>
          </p:nvSpPr>
          <p:spPr>
            <a:xfrm>
              <a:off x="5748491" y="563727"/>
              <a:ext cx="45437" cy="46020"/>
            </a:xfrm>
            <a:custGeom>
              <a:rect b="b" l="l" r="r" t="t"/>
              <a:pathLst>
                <a:path extrusionOk="0" h="710" w="701">
                  <a:moveTo>
                    <a:pt x="346" y="0"/>
                  </a:moveTo>
                  <a:cubicBezTo>
                    <a:pt x="155" y="0"/>
                    <a:pt x="0" y="164"/>
                    <a:pt x="0" y="355"/>
                  </a:cubicBezTo>
                  <a:cubicBezTo>
                    <a:pt x="0" y="546"/>
                    <a:pt x="155" y="709"/>
                    <a:pt x="346" y="709"/>
                  </a:cubicBezTo>
                  <a:cubicBezTo>
                    <a:pt x="546" y="709"/>
                    <a:pt x="700" y="546"/>
                    <a:pt x="700" y="355"/>
                  </a:cubicBezTo>
                  <a:cubicBezTo>
                    <a:pt x="700" y="164"/>
                    <a:pt x="546" y="9"/>
                    <a:pt x="346" y="0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4"/>
            <p:cNvSpPr/>
            <p:nvPr/>
          </p:nvSpPr>
          <p:spPr>
            <a:xfrm>
              <a:off x="5748491" y="640858"/>
              <a:ext cx="45437" cy="46020"/>
            </a:xfrm>
            <a:custGeom>
              <a:rect b="b" l="l" r="r" t="t"/>
              <a:pathLst>
                <a:path extrusionOk="0" h="710" w="701">
                  <a:moveTo>
                    <a:pt x="346" y="1"/>
                  </a:moveTo>
                  <a:cubicBezTo>
                    <a:pt x="155" y="1"/>
                    <a:pt x="0" y="164"/>
                    <a:pt x="0" y="355"/>
                  </a:cubicBezTo>
                  <a:cubicBezTo>
                    <a:pt x="0" y="546"/>
                    <a:pt x="155" y="710"/>
                    <a:pt x="346" y="710"/>
                  </a:cubicBezTo>
                  <a:cubicBezTo>
                    <a:pt x="546" y="710"/>
                    <a:pt x="700" y="546"/>
                    <a:pt x="700" y="355"/>
                  </a:cubicBezTo>
                  <a:cubicBezTo>
                    <a:pt x="700" y="164"/>
                    <a:pt x="546" y="19"/>
                    <a:pt x="346" y="1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4"/>
            <p:cNvSpPr/>
            <p:nvPr/>
          </p:nvSpPr>
          <p:spPr>
            <a:xfrm flipH="1" rot="10800000">
              <a:off x="3283492" y="2315399"/>
              <a:ext cx="2577016" cy="45625"/>
            </a:xfrm>
            <a:custGeom>
              <a:rect b="b" l="l" r="r" t="t"/>
              <a:pathLst>
                <a:path extrusionOk="0" fill="none" h="1" w="49302">
                  <a:moveTo>
                    <a:pt x="1" y="1"/>
                  </a:moveTo>
                  <a:lnTo>
                    <a:pt x="49302" y="1"/>
                  </a:lnTo>
                </a:path>
              </a:pathLst>
            </a:custGeom>
            <a:noFill/>
            <a:ln cap="rnd" cmpd="sng" w="17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8" name="Google Shape;928;p44"/>
          <p:cNvSpPr/>
          <p:nvPr/>
        </p:nvSpPr>
        <p:spPr>
          <a:xfrm>
            <a:off x="3705103" y="3340747"/>
            <a:ext cx="4723160" cy="795373"/>
          </a:xfrm>
          <a:custGeom>
            <a:rect b="b" l="l" r="r" t="t"/>
            <a:pathLst>
              <a:path extrusionOk="0" h="11817" w="81843">
                <a:moveTo>
                  <a:pt x="1" y="1"/>
                </a:moveTo>
                <a:lnTo>
                  <a:pt x="3782" y="2918"/>
                </a:lnTo>
                <a:lnTo>
                  <a:pt x="3782" y="8590"/>
                </a:lnTo>
                <a:cubicBezTo>
                  <a:pt x="3782" y="10372"/>
                  <a:pt x="5227" y="11817"/>
                  <a:pt x="7009" y="11817"/>
                </a:cubicBezTo>
                <a:lnTo>
                  <a:pt x="78598" y="11817"/>
                </a:lnTo>
                <a:cubicBezTo>
                  <a:pt x="80379" y="11817"/>
                  <a:pt x="81824" y="10372"/>
                  <a:pt x="81824" y="8590"/>
                </a:cubicBezTo>
                <a:lnTo>
                  <a:pt x="81824" y="3227"/>
                </a:lnTo>
                <a:cubicBezTo>
                  <a:pt x="81843" y="1437"/>
                  <a:pt x="80388" y="1"/>
                  <a:pt x="78598" y="1"/>
                </a:cubicBezTo>
                <a:close/>
              </a:path>
            </a:pathLst>
          </a:cu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44"/>
          <p:cNvSpPr txBox="1"/>
          <p:nvPr/>
        </p:nvSpPr>
        <p:spPr>
          <a:xfrm>
            <a:off x="4057650" y="3379200"/>
            <a:ext cx="41667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4232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100">
                <a:solidFill>
                  <a:schemeClr val="dk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42321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100">
                <a:solidFill>
                  <a:schemeClr val="dk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42321"/>
                </a:solidFill>
                <a:latin typeface="Lato"/>
                <a:ea typeface="Lato"/>
                <a:cs typeface="Lato"/>
                <a:sym typeface="Lato"/>
              </a:rPr>
              <a:t>, infographics &amp; images by</a:t>
            </a:r>
            <a:r>
              <a:rPr lang="en" sz="1100">
                <a:solidFill>
                  <a:srgbClr val="24232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>
                <a:solidFill>
                  <a:schemeClr val="dk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rgbClr val="24232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100">
              <a:solidFill>
                <a:srgbClr val="24232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0" name="Google Shape;930;p44"/>
          <p:cNvSpPr txBox="1"/>
          <p:nvPr>
            <p:ph type="ctrTitle"/>
          </p:nvPr>
        </p:nvSpPr>
        <p:spPr>
          <a:xfrm>
            <a:off x="925000" y="1182350"/>
            <a:ext cx="3218400" cy="9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31" name="Google Shape;931;p44"/>
          <p:cNvSpPr txBox="1"/>
          <p:nvPr>
            <p:ph idx="1" type="subTitle"/>
          </p:nvPr>
        </p:nvSpPr>
        <p:spPr>
          <a:xfrm>
            <a:off x="925000" y="2487625"/>
            <a:ext cx="3218400" cy="117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5"/>
          <p:cNvSpPr/>
          <p:nvPr/>
        </p:nvSpPr>
        <p:spPr>
          <a:xfrm rot="-5400000">
            <a:off x="7086806" y="224956"/>
            <a:ext cx="4635500" cy="4185563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5"/>
          <p:cNvSpPr/>
          <p:nvPr/>
        </p:nvSpPr>
        <p:spPr>
          <a:xfrm flipH="1" rot="5400000">
            <a:off x="-2578306" y="224956"/>
            <a:ext cx="4635500" cy="4185563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5"/>
          <p:cNvSpPr/>
          <p:nvPr/>
        </p:nvSpPr>
        <p:spPr>
          <a:xfrm flipH="1" rot="10800000">
            <a:off x="0" y="4613425"/>
            <a:ext cx="91440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accent5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46"/>
          <p:cNvSpPr/>
          <p:nvPr/>
        </p:nvSpPr>
        <p:spPr>
          <a:xfrm flipH="1" rot="10800000">
            <a:off x="0" y="113838"/>
            <a:ext cx="9144000" cy="3570125"/>
          </a:xfrm>
          <a:prstGeom prst="flowChartManualInpu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6"/>
          <p:cNvSpPr/>
          <p:nvPr/>
        </p:nvSpPr>
        <p:spPr>
          <a:xfrm rot="10800000">
            <a:off x="0" y="-1547787"/>
            <a:ext cx="9144000" cy="3570125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46"/>
          <p:cNvSpPr/>
          <p:nvPr/>
        </p:nvSpPr>
        <p:spPr>
          <a:xfrm rot="-5400000">
            <a:off x="6296400" y="2303300"/>
            <a:ext cx="51510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6"/>
          <p:cNvSpPr/>
          <p:nvPr/>
        </p:nvSpPr>
        <p:spPr>
          <a:xfrm flipH="1" rot="5400000">
            <a:off x="-2303500" y="2303300"/>
            <a:ext cx="51510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1" name="Google Shape;941;p46"/>
          <p:cNvGrpSpPr/>
          <p:nvPr/>
        </p:nvGrpSpPr>
        <p:grpSpPr>
          <a:xfrm>
            <a:off x="775238" y="3888866"/>
            <a:ext cx="7593524" cy="457295"/>
            <a:chOff x="-37025" y="4000475"/>
            <a:chExt cx="5739625" cy="345650"/>
          </a:xfrm>
        </p:grpSpPr>
        <p:grpSp>
          <p:nvGrpSpPr>
            <p:cNvPr id="942" name="Google Shape;942;p46"/>
            <p:cNvGrpSpPr/>
            <p:nvPr/>
          </p:nvGrpSpPr>
          <p:grpSpPr>
            <a:xfrm>
              <a:off x="3892925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943" name="Google Shape;943;p46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944" name="Google Shape;944;p46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5" name="Google Shape;945;p46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6" name="Google Shape;946;p46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7" name="Google Shape;947;p46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8" name="Google Shape;948;p46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9" name="Google Shape;949;p46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0" name="Google Shape;950;p46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51" name="Google Shape;951;p46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952" name="Google Shape;952;p46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3" name="Google Shape;953;p46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4" name="Google Shape;954;p46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5" name="Google Shape;955;p46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6" name="Google Shape;956;p46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7" name="Google Shape;957;p46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8" name="Google Shape;958;p46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59" name="Google Shape;959;p46"/>
            <p:cNvGrpSpPr/>
            <p:nvPr/>
          </p:nvGrpSpPr>
          <p:grpSpPr>
            <a:xfrm>
              <a:off x="1927950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960" name="Google Shape;960;p46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961" name="Google Shape;961;p46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2" name="Google Shape;962;p46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3" name="Google Shape;963;p46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4" name="Google Shape;964;p46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5" name="Google Shape;965;p46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6" name="Google Shape;966;p46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7" name="Google Shape;967;p46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68" name="Google Shape;968;p46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969" name="Google Shape;969;p46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0" name="Google Shape;970;p46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1" name="Google Shape;971;p46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2" name="Google Shape;972;p46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3" name="Google Shape;973;p46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4" name="Google Shape;974;p46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5" name="Google Shape;975;p46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76" name="Google Shape;976;p46"/>
            <p:cNvGrpSpPr/>
            <p:nvPr/>
          </p:nvGrpSpPr>
          <p:grpSpPr>
            <a:xfrm>
              <a:off x="-37025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977" name="Google Shape;977;p46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978" name="Google Shape;978;p46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9" name="Google Shape;979;p46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0" name="Google Shape;980;p46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1" name="Google Shape;981;p46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2" name="Google Shape;982;p46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3" name="Google Shape;983;p46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46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5" name="Google Shape;985;p46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986" name="Google Shape;986;p46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46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46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9" name="Google Shape;989;p46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0" name="Google Shape;990;p46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1" name="Google Shape;991;p46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2" name="Google Shape;992;p46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8"/>
          <p:cNvSpPr/>
          <p:nvPr/>
        </p:nvSpPr>
        <p:spPr>
          <a:xfrm>
            <a:off x="2180788" y="119950"/>
            <a:ext cx="4782300" cy="5023800"/>
          </a:xfrm>
          <a:prstGeom prst="round2SameRect">
            <a:avLst>
              <a:gd fmla="val 48081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8" name="Google Shape;998;p48"/>
          <p:cNvGrpSpPr/>
          <p:nvPr/>
        </p:nvGrpSpPr>
        <p:grpSpPr>
          <a:xfrm>
            <a:off x="2702905" y="224350"/>
            <a:ext cx="3738190" cy="5905198"/>
            <a:chOff x="2724688" y="224350"/>
            <a:chExt cx="3738190" cy="5905198"/>
          </a:xfrm>
        </p:grpSpPr>
        <p:sp>
          <p:nvSpPr>
            <p:cNvPr id="999" name="Google Shape;999;p48"/>
            <p:cNvSpPr/>
            <p:nvPr/>
          </p:nvSpPr>
          <p:spPr>
            <a:xfrm>
              <a:off x="2724688" y="224350"/>
              <a:ext cx="3738190" cy="5905198"/>
            </a:xfrm>
            <a:custGeom>
              <a:rect b="b" l="l" r="r" t="t"/>
              <a:pathLst>
                <a:path extrusionOk="0" h="91105" w="50593">
                  <a:moveTo>
                    <a:pt x="3773" y="1"/>
                  </a:moveTo>
                  <a:cubicBezTo>
                    <a:pt x="1682" y="1"/>
                    <a:pt x="1" y="1691"/>
                    <a:pt x="1" y="3773"/>
                  </a:cubicBezTo>
                  <a:lnTo>
                    <a:pt x="1" y="87333"/>
                  </a:lnTo>
                  <a:cubicBezTo>
                    <a:pt x="1" y="89423"/>
                    <a:pt x="1691" y="91105"/>
                    <a:pt x="3773" y="91105"/>
                  </a:cubicBezTo>
                  <a:lnTo>
                    <a:pt x="45657" y="91105"/>
                  </a:lnTo>
                  <a:cubicBezTo>
                    <a:pt x="47748" y="91105"/>
                    <a:pt x="49429" y="89414"/>
                    <a:pt x="49429" y="87333"/>
                  </a:cubicBezTo>
                  <a:lnTo>
                    <a:pt x="49429" y="31269"/>
                  </a:lnTo>
                  <a:lnTo>
                    <a:pt x="49748" y="31269"/>
                  </a:lnTo>
                  <a:cubicBezTo>
                    <a:pt x="50593" y="31269"/>
                    <a:pt x="50475" y="30578"/>
                    <a:pt x="50475" y="29723"/>
                  </a:cubicBezTo>
                  <a:lnTo>
                    <a:pt x="50475" y="23997"/>
                  </a:lnTo>
                  <a:cubicBezTo>
                    <a:pt x="50475" y="23143"/>
                    <a:pt x="50593" y="22452"/>
                    <a:pt x="49748" y="22452"/>
                  </a:cubicBezTo>
                  <a:lnTo>
                    <a:pt x="49429" y="22452"/>
                  </a:lnTo>
                  <a:lnTo>
                    <a:pt x="49429" y="21043"/>
                  </a:lnTo>
                  <a:lnTo>
                    <a:pt x="49748" y="21043"/>
                  </a:lnTo>
                  <a:cubicBezTo>
                    <a:pt x="50593" y="21043"/>
                    <a:pt x="50475" y="20352"/>
                    <a:pt x="50475" y="19498"/>
                  </a:cubicBezTo>
                  <a:lnTo>
                    <a:pt x="50475" y="13771"/>
                  </a:lnTo>
                  <a:cubicBezTo>
                    <a:pt x="50475" y="12917"/>
                    <a:pt x="50593" y="12226"/>
                    <a:pt x="49748" y="12226"/>
                  </a:cubicBezTo>
                  <a:lnTo>
                    <a:pt x="49429" y="12226"/>
                  </a:lnTo>
                  <a:lnTo>
                    <a:pt x="49429" y="3773"/>
                  </a:lnTo>
                  <a:cubicBezTo>
                    <a:pt x="49429" y="1682"/>
                    <a:pt x="47730" y="1"/>
                    <a:pt x="45657" y="1"/>
                  </a:cubicBezTo>
                  <a:close/>
                </a:path>
              </a:pathLst>
            </a:custGeom>
            <a:solidFill>
              <a:srgbClr val="E2AB5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8"/>
            <p:cNvSpPr/>
            <p:nvPr/>
          </p:nvSpPr>
          <p:spPr>
            <a:xfrm>
              <a:off x="4487687" y="345750"/>
              <a:ext cx="136765" cy="137283"/>
            </a:xfrm>
            <a:custGeom>
              <a:rect b="b" l="l" r="r" t="t"/>
              <a:pathLst>
                <a:path extrusionOk="0" h="2118" w="2110">
                  <a:moveTo>
                    <a:pt x="1055" y="0"/>
                  </a:moveTo>
                  <a:cubicBezTo>
                    <a:pt x="473" y="0"/>
                    <a:pt x="1" y="482"/>
                    <a:pt x="1" y="1054"/>
                  </a:cubicBezTo>
                  <a:cubicBezTo>
                    <a:pt x="1" y="1636"/>
                    <a:pt x="473" y="2118"/>
                    <a:pt x="1055" y="2118"/>
                  </a:cubicBezTo>
                  <a:cubicBezTo>
                    <a:pt x="1637" y="2118"/>
                    <a:pt x="2109" y="1636"/>
                    <a:pt x="2109" y="1054"/>
                  </a:cubicBezTo>
                  <a:cubicBezTo>
                    <a:pt x="2109" y="482"/>
                    <a:pt x="1646" y="0"/>
                    <a:pt x="1055" y="0"/>
                  </a:cubicBezTo>
                  <a:close/>
                </a:path>
              </a:pathLst>
            </a:custGeom>
            <a:solidFill>
              <a:srgbClr val="262626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8"/>
            <p:cNvSpPr/>
            <p:nvPr/>
          </p:nvSpPr>
          <p:spPr>
            <a:xfrm>
              <a:off x="2928172" y="414067"/>
              <a:ext cx="3245952" cy="5524590"/>
            </a:xfrm>
            <a:custGeom>
              <a:rect b="b" l="l" r="r" t="t"/>
              <a:pathLst>
                <a:path extrusionOk="0" h="85233" w="43931">
                  <a:moveTo>
                    <a:pt x="2210" y="0"/>
                  </a:moveTo>
                  <a:cubicBezTo>
                    <a:pt x="982" y="0"/>
                    <a:pt x="1" y="991"/>
                    <a:pt x="1" y="2218"/>
                  </a:cubicBezTo>
                  <a:lnTo>
                    <a:pt x="1" y="83015"/>
                  </a:lnTo>
                  <a:cubicBezTo>
                    <a:pt x="1" y="84242"/>
                    <a:pt x="982" y="85233"/>
                    <a:pt x="2210" y="85233"/>
                  </a:cubicBezTo>
                  <a:lnTo>
                    <a:pt x="41722" y="85233"/>
                  </a:lnTo>
                  <a:cubicBezTo>
                    <a:pt x="42949" y="85233"/>
                    <a:pt x="43930" y="84242"/>
                    <a:pt x="43930" y="83015"/>
                  </a:cubicBezTo>
                  <a:lnTo>
                    <a:pt x="43930" y="2227"/>
                  </a:lnTo>
                  <a:cubicBezTo>
                    <a:pt x="43930" y="1000"/>
                    <a:pt x="42949" y="0"/>
                    <a:pt x="41722" y="0"/>
                  </a:cubicBezTo>
                  <a:lnTo>
                    <a:pt x="24170" y="0"/>
                  </a:lnTo>
                  <a:cubicBezTo>
                    <a:pt x="24170" y="1218"/>
                    <a:pt x="23188" y="2218"/>
                    <a:pt x="21970" y="2218"/>
                  </a:cubicBezTo>
                  <a:cubicBezTo>
                    <a:pt x="20752" y="2218"/>
                    <a:pt x="19752" y="1227"/>
                    <a:pt x="19752" y="0"/>
                  </a:cubicBezTo>
                  <a:close/>
                </a:path>
              </a:pathLst>
            </a:custGeom>
            <a:solidFill>
              <a:srgbClr val="EDE7E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48"/>
            <p:cNvSpPr/>
            <p:nvPr/>
          </p:nvSpPr>
          <p:spPr>
            <a:xfrm>
              <a:off x="2928172" y="414067"/>
              <a:ext cx="3247282" cy="344116"/>
            </a:xfrm>
            <a:custGeom>
              <a:rect b="b" l="l" r="r" t="t"/>
              <a:pathLst>
                <a:path extrusionOk="0" h="5309" w="43949">
                  <a:moveTo>
                    <a:pt x="2210" y="0"/>
                  </a:moveTo>
                  <a:cubicBezTo>
                    <a:pt x="982" y="0"/>
                    <a:pt x="1" y="991"/>
                    <a:pt x="1" y="2218"/>
                  </a:cubicBezTo>
                  <a:lnTo>
                    <a:pt x="1" y="5309"/>
                  </a:lnTo>
                  <a:lnTo>
                    <a:pt x="43949" y="5309"/>
                  </a:lnTo>
                  <a:lnTo>
                    <a:pt x="43949" y="2218"/>
                  </a:lnTo>
                  <a:cubicBezTo>
                    <a:pt x="43930" y="1000"/>
                    <a:pt x="42949" y="0"/>
                    <a:pt x="41722" y="0"/>
                  </a:cubicBezTo>
                  <a:lnTo>
                    <a:pt x="24170" y="0"/>
                  </a:lnTo>
                  <a:cubicBezTo>
                    <a:pt x="24170" y="1218"/>
                    <a:pt x="23188" y="2218"/>
                    <a:pt x="21970" y="2218"/>
                  </a:cubicBezTo>
                  <a:cubicBezTo>
                    <a:pt x="20752" y="2218"/>
                    <a:pt x="19752" y="1227"/>
                    <a:pt x="19752" y="0"/>
                  </a:cubicBezTo>
                  <a:close/>
                </a:path>
              </a:pathLst>
            </a:custGeom>
            <a:solidFill>
              <a:srgbClr val="E2AB5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48"/>
            <p:cNvSpPr/>
            <p:nvPr/>
          </p:nvSpPr>
          <p:spPr>
            <a:xfrm>
              <a:off x="5748491" y="486531"/>
              <a:ext cx="45437" cy="45437"/>
            </a:xfrm>
            <a:custGeom>
              <a:rect b="b" l="l" r="r" t="t"/>
              <a:pathLst>
                <a:path extrusionOk="0" h="701" w="701">
                  <a:moveTo>
                    <a:pt x="346" y="0"/>
                  </a:moveTo>
                  <a:cubicBezTo>
                    <a:pt x="155" y="0"/>
                    <a:pt x="0" y="155"/>
                    <a:pt x="0" y="355"/>
                  </a:cubicBezTo>
                  <a:cubicBezTo>
                    <a:pt x="0" y="546"/>
                    <a:pt x="155" y="700"/>
                    <a:pt x="346" y="700"/>
                  </a:cubicBezTo>
                  <a:cubicBezTo>
                    <a:pt x="546" y="700"/>
                    <a:pt x="700" y="546"/>
                    <a:pt x="700" y="355"/>
                  </a:cubicBezTo>
                  <a:cubicBezTo>
                    <a:pt x="700" y="155"/>
                    <a:pt x="546" y="0"/>
                    <a:pt x="346" y="0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48"/>
            <p:cNvSpPr/>
            <p:nvPr/>
          </p:nvSpPr>
          <p:spPr>
            <a:xfrm>
              <a:off x="5748491" y="563727"/>
              <a:ext cx="45437" cy="46020"/>
            </a:xfrm>
            <a:custGeom>
              <a:rect b="b" l="l" r="r" t="t"/>
              <a:pathLst>
                <a:path extrusionOk="0" h="710" w="701">
                  <a:moveTo>
                    <a:pt x="346" y="0"/>
                  </a:moveTo>
                  <a:cubicBezTo>
                    <a:pt x="155" y="0"/>
                    <a:pt x="0" y="164"/>
                    <a:pt x="0" y="355"/>
                  </a:cubicBezTo>
                  <a:cubicBezTo>
                    <a:pt x="0" y="546"/>
                    <a:pt x="155" y="709"/>
                    <a:pt x="346" y="709"/>
                  </a:cubicBezTo>
                  <a:cubicBezTo>
                    <a:pt x="546" y="709"/>
                    <a:pt x="700" y="546"/>
                    <a:pt x="700" y="355"/>
                  </a:cubicBezTo>
                  <a:cubicBezTo>
                    <a:pt x="700" y="164"/>
                    <a:pt x="546" y="9"/>
                    <a:pt x="346" y="0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48"/>
            <p:cNvSpPr/>
            <p:nvPr/>
          </p:nvSpPr>
          <p:spPr>
            <a:xfrm>
              <a:off x="5748491" y="640858"/>
              <a:ext cx="45437" cy="46020"/>
            </a:xfrm>
            <a:custGeom>
              <a:rect b="b" l="l" r="r" t="t"/>
              <a:pathLst>
                <a:path extrusionOk="0" h="710" w="701">
                  <a:moveTo>
                    <a:pt x="346" y="1"/>
                  </a:moveTo>
                  <a:cubicBezTo>
                    <a:pt x="155" y="1"/>
                    <a:pt x="0" y="164"/>
                    <a:pt x="0" y="355"/>
                  </a:cubicBezTo>
                  <a:cubicBezTo>
                    <a:pt x="0" y="546"/>
                    <a:pt x="155" y="710"/>
                    <a:pt x="346" y="710"/>
                  </a:cubicBezTo>
                  <a:cubicBezTo>
                    <a:pt x="546" y="710"/>
                    <a:pt x="700" y="546"/>
                    <a:pt x="700" y="355"/>
                  </a:cubicBezTo>
                  <a:cubicBezTo>
                    <a:pt x="700" y="164"/>
                    <a:pt x="546" y="19"/>
                    <a:pt x="346" y="1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48"/>
            <p:cNvSpPr/>
            <p:nvPr/>
          </p:nvSpPr>
          <p:spPr>
            <a:xfrm>
              <a:off x="3500385" y="3802808"/>
              <a:ext cx="666972" cy="447435"/>
            </a:xfrm>
            <a:custGeom>
              <a:rect b="b" l="l" r="r" t="t"/>
              <a:pathLst>
                <a:path extrusionOk="0" h="6903" w="10290">
                  <a:moveTo>
                    <a:pt x="7434" y="1"/>
                  </a:moveTo>
                  <a:cubicBezTo>
                    <a:pt x="6151" y="1"/>
                    <a:pt x="5145" y="1367"/>
                    <a:pt x="5145" y="1367"/>
                  </a:cubicBezTo>
                  <a:cubicBezTo>
                    <a:pt x="5145" y="1367"/>
                    <a:pt x="4136" y="8"/>
                    <a:pt x="2846" y="8"/>
                  </a:cubicBezTo>
                  <a:cubicBezTo>
                    <a:pt x="2498" y="8"/>
                    <a:pt x="2129" y="107"/>
                    <a:pt x="1755" y="358"/>
                  </a:cubicBezTo>
                  <a:cubicBezTo>
                    <a:pt x="0" y="1549"/>
                    <a:pt x="1727" y="5203"/>
                    <a:pt x="5145" y="6902"/>
                  </a:cubicBezTo>
                  <a:cubicBezTo>
                    <a:pt x="8563" y="5221"/>
                    <a:pt x="10290" y="1549"/>
                    <a:pt x="8526" y="358"/>
                  </a:cubicBezTo>
                  <a:cubicBezTo>
                    <a:pt x="8152" y="102"/>
                    <a:pt x="7783" y="1"/>
                    <a:pt x="7434" y="1"/>
                  </a:cubicBezTo>
                  <a:close/>
                </a:path>
              </a:pathLst>
            </a:custGeom>
            <a:solidFill>
              <a:srgbClr val="C44937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48"/>
            <p:cNvSpPr/>
            <p:nvPr/>
          </p:nvSpPr>
          <p:spPr>
            <a:xfrm>
              <a:off x="4323420" y="3774743"/>
              <a:ext cx="517308" cy="503762"/>
            </a:xfrm>
            <a:custGeom>
              <a:rect b="b" l="l" r="r" t="t"/>
              <a:pathLst>
                <a:path extrusionOk="0" h="7772" w="7981">
                  <a:moveTo>
                    <a:pt x="3991" y="0"/>
                  </a:moveTo>
                  <a:cubicBezTo>
                    <a:pt x="1800" y="0"/>
                    <a:pt x="0" y="1527"/>
                    <a:pt x="0" y="3409"/>
                  </a:cubicBezTo>
                  <a:cubicBezTo>
                    <a:pt x="0" y="5227"/>
                    <a:pt x="1691" y="6726"/>
                    <a:pt x="3809" y="6808"/>
                  </a:cubicBezTo>
                  <a:cubicBezTo>
                    <a:pt x="3891" y="7608"/>
                    <a:pt x="3954" y="7672"/>
                    <a:pt x="4000" y="7726"/>
                  </a:cubicBezTo>
                  <a:lnTo>
                    <a:pt x="4072" y="7772"/>
                  </a:lnTo>
                  <a:lnTo>
                    <a:pt x="4127" y="7772"/>
                  </a:lnTo>
                  <a:cubicBezTo>
                    <a:pt x="4500" y="7772"/>
                    <a:pt x="7345" y="6345"/>
                    <a:pt x="7872" y="4118"/>
                  </a:cubicBezTo>
                  <a:lnTo>
                    <a:pt x="7890" y="4045"/>
                  </a:lnTo>
                  <a:cubicBezTo>
                    <a:pt x="7899" y="3963"/>
                    <a:pt x="7917" y="3899"/>
                    <a:pt x="7935" y="3818"/>
                  </a:cubicBezTo>
                  <a:cubicBezTo>
                    <a:pt x="7935" y="3790"/>
                    <a:pt x="7945" y="3754"/>
                    <a:pt x="7945" y="3709"/>
                  </a:cubicBezTo>
                  <a:cubicBezTo>
                    <a:pt x="7954" y="3600"/>
                    <a:pt x="7963" y="3500"/>
                    <a:pt x="7963" y="3400"/>
                  </a:cubicBezTo>
                  <a:cubicBezTo>
                    <a:pt x="7981" y="1527"/>
                    <a:pt x="6181" y="0"/>
                    <a:pt x="3991" y="0"/>
                  </a:cubicBezTo>
                  <a:close/>
                </a:path>
              </a:pathLst>
            </a:custGeom>
            <a:solidFill>
              <a:srgbClr val="CF724B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48"/>
            <p:cNvSpPr/>
            <p:nvPr/>
          </p:nvSpPr>
          <p:spPr>
            <a:xfrm>
              <a:off x="5065760" y="3774160"/>
              <a:ext cx="536170" cy="504345"/>
            </a:xfrm>
            <a:custGeom>
              <a:rect b="b" l="l" r="r" t="t"/>
              <a:pathLst>
                <a:path extrusionOk="0" h="7781" w="8272">
                  <a:moveTo>
                    <a:pt x="8272" y="0"/>
                  </a:moveTo>
                  <a:lnTo>
                    <a:pt x="0" y="2800"/>
                  </a:lnTo>
                  <a:lnTo>
                    <a:pt x="3945" y="3999"/>
                  </a:lnTo>
                  <a:lnTo>
                    <a:pt x="5208" y="7781"/>
                  </a:lnTo>
                  <a:lnTo>
                    <a:pt x="8272" y="0"/>
                  </a:lnTo>
                  <a:close/>
                </a:path>
              </a:pathLst>
            </a:custGeom>
            <a:solidFill>
              <a:srgbClr val="68AAA6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8"/>
            <p:cNvSpPr/>
            <p:nvPr/>
          </p:nvSpPr>
          <p:spPr>
            <a:xfrm flipH="1" rot="10800000">
              <a:off x="3283492" y="2944049"/>
              <a:ext cx="2577016" cy="45625"/>
            </a:xfrm>
            <a:custGeom>
              <a:rect b="b" l="l" r="r" t="t"/>
              <a:pathLst>
                <a:path extrusionOk="0" fill="none" h="1" w="49302">
                  <a:moveTo>
                    <a:pt x="1" y="1"/>
                  </a:moveTo>
                  <a:lnTo>
                    <a:pt x="49302" y="1"/>
                  </a:lnTo>
                </a:path>
              </a:pathLst>
            </a:custGeom>
            <a:noFill/>
            <a:ln cap="rnd" cmpd="sng" w="17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0" name="Google Shape;1010;p48"/>
          <p:cNvSpPr/>
          <p:nvPr/>
        </p:nvSpPr>
        <p:spPr>
          <a:xfrm>
            <a:off x="0" y="4394600"/>
            <a:ext cx="9144000" cy="74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8"/>
          <p:cNvSpPr txBox="1"/>
          <p:nvPr>
            <p:ph type="ctrTitle"/>
          </p:nvPr>
        </p:nvSpPr>
        <p:spPr>
          <a:xfrm>
            <a:off x="3126300" y="1246400"/>
            <a:ext cx="2891400" cy="162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12" name="Google Shape;1012;p48"/>
          <p:cNvSpPr txBox="1"/>
          <p:nvPr>
            <p:ph idx="1" type="subTitle"/>
          </p:nvPr>
        </p:nvSpPr>
        <p:spPr>
          <a:xfrm>
            <a:off x="3429000" y="3027050"/>
            <a:ext cx="2286000" cy="54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9"/>
          <p:cNvSpPr/>
          <p:nvPr/>
        </p:nvSpPr>
        <p:spPr>
          <a:xfrm flipH="1" rot="-5400000">
            <a:off x="7086806" y="747094"/>
            <a:ext cx="4635500" cy="4185563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9"/>
          <p:cNvSpPr/>
          <p:nvPr/>
        </p:nvSpPr>
        <p:spPr>
          <a:xfrm rot="5400000">
            <a:off x="-2578306" y="732969"/>
            <a:ext cx="4635500" cy="4185563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49"/>
          <p:cNvSpPr/>
          <p:nvPr/>
        </p:nvSpPr>
        <p:spPr>
          <a:xfrm>
            <a:off x="0" y="0"/>
            <a:ext cx="91440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9"/>
          <p:cNvSpPr txBox="1"/>
          <p:nvPr>
            <p:ph type="title"/>
          </p:nvPr>
        </p:nvSpPr>
        <p:spPr>
          <a:xfrm>
            <a:off x="2026700" y="1937875"/>
            <a:ext cx="3552300" cy="13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18" name="Google Shape;1018;p49"/>
          <p:cNvSpPr txBox="1"/>
          <p:nvPr>
            <p:ph hasCustomPrompt="1" idx="2" type="title"/>
          </p:nvPr>
        </p:nvSpPr>
        <p:spPr>
          <a:xfrm>
            <a:off x="5579200" y="2123725"/>
            <a:ext cx="1538100" cy="11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19" name="Google Shape;1019;p49"/>
          <p:cNvSpPr txBox="1"/>
          <p:nvPr>
            <p:ph idx="1" type="subTitle"/>
          </p:nvPr>
        </p:nvSpPr>
        <p:spPr>
          <a:xfrm>
            <a:off x="2662700" y="3408500"/>
            <a:ext cx="2280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50"/>
          <p:cNvSpPr/>
          <p:nvPr/>
        </p:nvSpPr>
        <p:spPr>
          <a:xfrm rot="5400000">
            <a:off x="6202000" y="2221950"/>
            <a:ext cx="5176800" cy="73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50"/>
          <p:cNvSpPr txBox="1"/>
          <p:nvPr>
            <p:ph type="title"/>
          </p:nvPr>
        </p:nvSpPr>
        <p:spPr>
          <a:xfrm>
            <a:off x="4166221" y="1512763"/>
            <a:ext cx="387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23" name="Google Shape;1023;p50"/>
          <p:cNvSpPr txBox="1"/>
          <p:nvPr>
            <p:ph idx="1" type="body"/>
          </p:nvPr>
        </p:nvSpPr>
        <p:spPr>
          <a:xfrm>
            <a:off x="4279325" y="2404925"/>
            <a:ext cx="3651600" cy="20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51"/>
          <p:cNvSpPr/>
          <p:nvPr/>
        </p:nvSpPr>
        <p:spPr>
          <a:xfrm>
            <a:off x="0" y="1539688"/>
            <a:ext cx="9144000" cy="3570125"/>
          </a:xfrm>
          <a:prstGeom prst="flowChartManualInput">
            <a:avLst/>
          </a:prstGeom>
          <a:solidFill>
            <a:srgbClr val="C5C5C5">
              <a:alpha val="38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51"/>
          <p:cNvSpPr/>
          <p:nvPr/>
        </p:nvSpPr>
        <p:spPr>
          <a:xfrm flipH="1">
            <a:off x="0" y="3201313"/>
            <a:ext cx="9144000" cy="3570125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51"/>
          <p:cNvSpPr txBox="1"/>
          <p:nvPr>
            <p:ph idx="1" type="subTitle"/>
          </p:nvPr>
        </p:nvSpPr>
        <p:spPr>
          <a:xfrm>
            <a:off x="2348928" y="1790087"/>
            <a:ext cx="1600200" cy="3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28" name="Google Shape;1028;p51"/>
          <p:cNvSpPr txBox="1"/>
          <p:nvPr>
            <p:ph idx="2" type="subTitle"/>
          </p:nvPr>
        </p:nvSpPr>
        <p:spPr>
          <a:xfrm>
            <a:off x="6008777" y="1790087"/>
            <a:ext cx="1602900" cy="3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29" name="Google Shape;1029;p51"/>
          <p:cNvSpPr txBox="1"/>
          <p:nvPr>
            <p:ph idx="3" type="subTitle"/>
          </p:nvPr>
        </p:nvSpPr>
        <p:spPr>
          <a:xfrm>
            <a:off x="1205100" y="2297250"/>
            <a:ext cx="3081300" cy="18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0" name="Google Shape;1030;p51"/>
          <p:cNvSpPr txBox="1"/>
          <p:nvPr>
            <p:ph idx="4" type="subTitle"/>
          </p:nvPr>
        </p:nvSpPr>
        <p:spPr>
          <a:xfrm>
            <a:off x="4862465" y="2297250"/>
            <a:ext cx="3081600" cy="18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1" name="Google Shape;1031;p51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52"/>
          <p:cNvGrpSpPr/>
          <p:nvPr/>
        </p:nvGrpSpPr>
        <p:grpSpPr>
          <a:xfrm>
            <a:off x="-254590" y="-137713"/>
            <a:ext cx="822180" cy="5418926"/>
            <a:chOff x="-102190" y="-137713"/>
            <a:chExt cx="822180" cy="5418926"/>
          </a:xfrm>
        </p:grpSpPr>
        <p:grpSp>
          <p:nvGrpSpPr>
            <p:cNvPr id="1034" name="Google Shape;1034;p52"/>
            <p:cNvGrpSpPr/>
            <p:nvPr/>
          </p:nvGrpSpPr>
          <p:grpSpPr>
            <a:xfrm rot="-5400000">
              <a:off x="-1011887" y="3549336"/>
              <a:ext cx="2641575" cy="822180"/>
              <a:chOff x="2201925" y="3786309"/>
              <a:chExt cx="2641575" cy="822180"/>
            </a:xfrm>
          </p:grpSpPr>
          <p:grpSp>
            <p:nvGrpSpPr>
              <p:cNvPr id="1035" name="Google Shape;1035;p52"/>
              <p:cNvGrpSpPr/>
              <p:nvPr/>
            </p:nvGrpSpPr>
            <p:grpSpPr>
              <a:xfrm>
                <a:off x="3599450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036" name="Google Shape;1036;p52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37" name="Google Shape;1037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8" name="Google Shape;1038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9" name="Google Shape;1039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0" name="Google Shape;1040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1" name="Google Shape;1041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042" name="Google Shape;1042;p52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43" name="Google Shape;1043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4" name="Google Shape;1044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5" name="Google Shape;1045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6" name="Google Shape;1046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7" name="Google Shape;1047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048" name="Google Shape;1048;p52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49" name="Google Shape;1049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0" name="Google Shape;1050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1" name="Google Shape;1051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2" name="Google Shape;1052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3" name="Google Shape;1053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054" name="Google Shape;1054;p52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55" name="Google Shape;1055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6" name="Google Shape;1056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7" name="Google Shape;1057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8" name="Google Shape;1058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9" name="Google Shape;1059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060" name="Google Shape;1060;p52"/>
              <p:cNvGrpSpPr/>
              <p:nvPr/>
            </p:nvGrpSpPr>
            <p:grpSpPr>
              <a:xfrm>
                <a:off x="2201925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061" name="Google Shape;1061;p52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62" name="Google Shape;1062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3" name="Google Shape;1063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4" name="Google Shape;1064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5" name="Google Shape;1065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6" name="Google Shape;1066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067" name="Google Shape;1067;p52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68" name="Google Shape;1068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9" name="Google Shape;1069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0" name="Google Shape;1070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1" name="Google Shape;1071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2" name="Google Shape;1072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073" name="Google Shape;1073;p52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74" name="Google Shape;1074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5" name="Google Shape;1075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6" name="Google Shape;1076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7" name="Google Shape;1077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8" name="Google Shape;1078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079" name="Google Shape;1079;p52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80" name="Google Shape;1080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1" name="Google Shape;1081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2" name="Google Shape;1082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3" name="Google Shape;1083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4" name="Google Shape;1084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1085" name="Google Shape;1085;p52"/>
            <p:cNvGrpSpPr/>
            <p:nvPr/>
          </p:nvGrpSpPr>
          <p:grpSpPr>
            <a:xfrm rot="-5400000">
              <a:off x="-1011887" y="771984"/>
              <a:ext cx="2641575" cy="822180"/>
              <a:chOff x="2201925" y="3786309"/>
              <a:chExt cx="2641575" cy="822180"/>
            </a:xfrm>
          </p:grpSpPr>
          <p:grpSp>
            <p:nvGrpSpPr>
              <p:cNvPr id="1086" name="Google Shape;1086;p52"/>
              <p:cNvGrpSpPr/>
              <p:nvPr/>
            </p:nvGrpSpPr>
            <p:grpSpPr>
              <a:xfrm>
                <a:off x="3599450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087" name="Google Shape;1087;p52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88" name="Google Shape;1088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9" name="Google Shape;1089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0" name="Google Shape;1090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1" name="Google Shape;1091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2" name="Google Shape;1092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093" name="Google Shape;1093;p52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094" name="Google Shape;1094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5" name="Google Shape;1095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6" name="Google Shape;1096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7" name="Google Shape;1097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8" name="Google Shape;1098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099" name="Google Shape;1099;p52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00" name="Google Shape;1100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1" name="Google Shape;1101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2" name="Google Shape;1102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3" name="Google Shape;1103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4" name="Google Shape;1104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05" name="Google Shape;1105;p52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06" name="Google Shape;1106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7" name="Google Shape;1107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8" name="Google Shape;1108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9" name="Google Shape;1109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0" name="Google Shape;1110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111" name="Google Shape;1111;p52"/>
              <p:cNvGrpSpPr/>
              <p:nvPr/>
            </p:nvGrpSpPr>
            <p:grpSpPr>
              <a:xfrm>
                <a:off x="2201925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112" name="Google Shape;1112;p52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13" name="Google Shape;1113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4" name="Google Shape;1114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5" name="Google Shape;1115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6" name="Google Shape;1116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7" name="Google Shape;1117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18" name="Google Shape;1118;p52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19" name="Google Shape;1119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0" name="Google Shape;1120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1" name="Google Shape;1121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2" name="Google Shape;1122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3" name="Google Shape;1123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24" name="Google Shape;1124;p52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25" name="Google Shape;1125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6" name="Google Shape;1126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7" name="Google Shape;1127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8" name="Google Shape;1128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9" name="Google Shape;1129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30" name="Google Shape;1130;p52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31" name="Google Shape;1131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2" name="Google Shape;1132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3" name="Google Shape;1133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4" name="Google Shape;1134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5" name="Google Shape;1135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136" name="Google Shape;1136;p52"/>
          <p:cNvGrpSpPr/>
          <p:nvPr/>
        </p:nvGrpSpPr>
        <p:grpSpPr>
          <a:xfrm>
            <a:off x="8581310" y="-137713"/>
            <a:ext cx="822180" cy="5418926"/>
            <a:chOff x="-102190" y="-137713"/>
            <a:chExt cx="822180" cy="5418926"/>
          </a:xfrm>
        </p:grpSpPr>
        <p:grpSp>
          <p:nvGrpSpPr>
            <p:cNvPr id="1137" name="Google Shape;1137;p52"/>
            <p:cNvGrpSpPr/>
            <p:nvPr/>
          </p:nvGrpSpPr>
          <p:grpSpPr>
            <a:xfrm rot="-5400000">
              <a:off x="-1011887" y="3549336"/>
              <a:ext cx="2641575" cy="822180"/>
              <a:chOff x="2201925" y="3786309"/>
              <a:chExt cx="2641575" cy="822180"/>
            </a:xfrm>
          </p:grpSpPr>
          <p:grpSp>
            <p:nvGrpSpPr>
              <p:cNvPr id="1138" name="Google Shape;1138;p52"/>
              <p:cNvGrpSpPr/>
              <p:nvPr/>
            </p:nvGrpSpPr>
            <p:grpSpPr>
              <a:xfrm>
                <a:off x="3599450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139" name="Google Shape;1139;p52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40" name="Google Shape;1140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1" name="Google Shape;1141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2" name="Google Shape;1142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3" name="Google Shape;1143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4" name="Google Shape;1144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45" name="Google Shape;1145;p52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46" name="Google Shape;1146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7" name="Google Shape;1147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8" name="Google Shape;1148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9" name="Google Shape;1149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0" name="Google Shape;1150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51" name="Google Shape;1151;p52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52" name="Google Shape;1152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3" name="Google Shape;1153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4" name="Google Shape;1154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5" name="Google Shape;1155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6" name="Google Shape;1156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57" name="Google Shape;1157;p52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58" name="Google Shape;1158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9" name="Google Shape;1159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0" name="Google Shape;1160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1" name="Google Shape;1161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2" name="Google Shape;1162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163" name="Google Shape;1163;p52"/>
              <p:cNvGrpSpPr/>
              <p:nvPr/>
            </p:nvGrpSpPr>
            <p:grpSpPr>
              <a:xfrm>
                <a:off x="2201925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164" name="Google Shape;1164;p52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65" name="Google Shape;1165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6" name="Google Shape;1166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7" name="Google Shape;1167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8" name="Google Shape;1168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9" name="Google Shape;1169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70" name="Google Shape;1170;p52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71" name="Google Shape;1171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2" name="Google Shape;1172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3" name="Google Shape;1173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4" name="Google Shape;1174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5" name="Google Shape;1175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76" name="Google Shape;1176;p52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77" name="Google Shape;1177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8" name="Google Shape;1178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9" name="Google Shape;1179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0" name="Google Shape;1180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1" name="Google Shape;1181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82" name="Google Shape;1182;p52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83" name="Google Shape;1183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4" name="Google Shape;1184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5" name="Google Shape;1185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6" name="Google Shape;1186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7" name="Google Shape;1187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1188" name="Google Shape;1188;p52"/>
            <p:cNvGrpSpPr/>
            <p:nvPr/>
          </p:nvGrpSpPr>
          <p:grpSpPr>
            <a:xfrm rot="-5400000">
              <a:off x="-1011887" y="771984"/>
              <a:ext cx="2641575" cy="822180"/>
              <a:chOff x="2201925" y="3786309"/>
              <a:chExt cx="2641575" cy="822180"/>
            </a:xfrm>
          </p:grpSpPr>
          <p:grpSp>
            <p:nvGrpSpPr>
              <p:cNvPr id="1189" name="Google Shape;1189;p52"/>
              <p:cNvGrpSpPr/>
              <p:nvPr/>
            </p:nvGrpSpPr>
            <p:grpSpPr>
              <a:xfrm>
                <a:off x="3599450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190" name="Google Shape;1190;p52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91" name="Google Shape;1191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2" name="Google Shape;1192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3" name="Google Shape;1193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4" name="Google Shape;1194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5" name="Google Shape;1195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96" name="Google Shape;1196;p52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197" name="Google Shape;1197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8" name="Google Shape;1198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9" name="Google Shape;1199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0" name="Google Shape;1200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1" name="Google Shape;1201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202" name="Google Shape;1202;p52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203" name="Google Shape;1203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4" name="Google Shape;1204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5" name="Google Shape;1205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6" name="Google Shape;1206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7" name="Google Shape;1207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208" name="Google Shape;1208;p52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209" name="Google Shape;1209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0" name="Google Shape;1210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1" name="Google Shape;1211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2" name="Google Shape;1212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3" name="Google Shape;1213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214" name="Google Shape;1214;p52"/>
              <p:cNvGrpSpPr/>
              <p:nvPr/>
            </p:nvGrpSpPr>
            <p:grpSpPr>
              <a:xfrm>
                <a:off x="2201925" y="3786309"/>
                <a:ext cx="1244050" cy="822180"/>
                <a:chOff x="3599450" y="3786309"/>
                <a:chExt cx="1244050" cy="822180"/>
              </a:xfrm>
            </p:grpSpPr>
            <p:grpSp>
              <p:nvGrpSpPr>
                <p:cNvPr id="1215" name="Google Shape;1215;p52"/>
                <p:cNvGrpSpPr/>
                <p:nvPr/>
              </p:nvGrpSpPr>
              <p:grpSpPr>
                <a:xfrm>
                  <a:off x="3599450" y="402276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216" name="Google Shape;1216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7" name="Google Shape;1217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8" name="Google Shape;1218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9" name="Google Shape;1219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0" name="Google Shape;1220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221" name="Google Shape;1221;p52"/>
                <p:cNvGrpSpPr/>
                <p:nvPr/>
              </p:nvGrpSpPr>
              <p:grpSpPr>
                <a:xfrm>
                  <a:off x="3599450" y="378630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222" name="Google Shape;1222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3" name="Google Shape;1223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4" name="Google Shape;1224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5" name="Google Shape;1225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6" name="Google Shape;1226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227" name="Google Shape;1227;p52"/>
                <p:cNvGrpSpPr/>
                <p:nvPr/>
              </p:nvGrpSpPr>
              <p:grpSpPr>
                <a:xfrm>
                  <a:off x="3599450" y="449568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228" name="Google Shape;1228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9" name="Google Shape;1229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0" name="Google Shape;1230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1" name="Google Shape;1231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2" name="Google Shape;1232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233" name="Google Shape;1233;p52"/>
                <p:cNvGrpSpPr/>
                <p:nvPr/>
              </p:nvGrpSpPr>
              <p:grpSpPr>
                <a:xfrm>
                  <a:off x="3599450" y="4259229"/>
                  <a:ext cx="1244050" cy="112800"/>
                  <a:chOff x="2273100" y="3750025"/>
                  <a:chExt cx="1244050" cy="112800"/>
                </a:xfrm>
              </p:grpSpPr>
              <p:sp>
                <p:nvSpPr>
                  <p:cNvPr id="1234" name="Google Shape;1234;p52"/>
                  <p:cNvSpPr/>
                  <p:nvPr/>
                </p:nvSpPr>
                <p:spPr>
                  <a:xfrm>
                    <a:off x="340435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5" name="Google Shape;1235;p52"/>
                  <p:cNvSpPr/>
                  <p:nvPr/>
                </p:nvSpPr>
                <p:spPr>
                  <a:xfrm>
                    <a:off x="3121538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6" name="Google Shape;1236;p52"/>
                  <p:cNvSpPr/>
                  <p:nvPr/>
                </p:nvSpPr>
                <p:spPr>
                  <a:xfrm>
                    <a:off x="2838725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7" name="Google Shape;1237;p52"/>
                  <p:cNvSpPr/>
                  <p:nvPr/>
                </p:nvSpPr>
                <p:spPr>
                  <a:xfrm>
                    <a:off x="2555913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8" name="Google Shape;1238;p52"/>
                  <p:cNvSpPr/>
                  <p:nvPr/>
                </p:nvSpPr>
                <p:spPr>
                  <a:xfrm>
                    <a:off x="2273100" y="3750025"/>
                    <a:ext cx="112800" cy="1128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sp>
        <p:nvSpPr>
          <p:cNvPr id="1239" name="Google Shape;1239;p52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53"/>
          <p:cNvSpPr/>
          <p:nvPr/>
        </p:nvSpPr>
        <p:spPr>
          <a:xfrm>
            <a:off x="0" y="0"/>
            <a:ext cx="4533000" cy="5143500"/>
          </a:xfrm>
          <a:prstGeom prst="wedgeRectCallout">
            <a:avLst>
              <a:gd fmla="val 70496" name="adj1"/>
              <a:gd fmla="val 19935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53"/>
          <p:cNvSpPr txBox="1"/>
          <p:nvPr>
            <p:ph type="title"/>
          </p:nvPr>
        </p:nvSpPr>
        <p:spPr>
          <a:xfrm>
            <a:off x="720000" y="1249725"/>
            <a:ext cx="4067100" cy="49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3" name="Google Shape;1243;p53"/>
          <p:cNvSpPr txBox="1"/>
          <p:nvPr>
            <p:ph idx="1" type="body"/>
          </p:nvPr>
        </p:nvSpPr>
        <p:spPr>
          <a:xfrm>
            <a:off x="720000" y="2238975"/>
            <a:ext cx="3600000" cy="18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54"/>
          <p:cNvSpPr/>
          <p:nvPr/>
        </p:nvSpPr>
        <p:spPr>
          <a:xfrm rot="5400000">
            <a:off x="100" y="0"/>
            <a:ext cx="4196100" cy="41961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54"/>
          <p:cNvSpPr/>
          <p:nvPr/>
        </p:nvSpPr>
        <p:spPr>
          <a:xfrm rot="-5400000">
            <a:off x="4947900" y="947400"/>
            <a:ext cx="4196100" cy="4196100"/>
          </a:xfrm>
          <a:prstGeom prst="rtTriangle">
            <a:avLst/>
          </a:prstGeom>
          <a:solidFill>
            <a:srgbClr val="C5C5C5">
              <a:alpha val="38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54"/>
          <p:cNvSpPr txBox="1"/>
          <p:nvPr>
            <p:ph type="title"/>
          </p:nvPr>
        </p:nvSpPr>
        <p:spPr>
          <a:xfrm>
            <a:off x="2210100" y="1645085"/>
            <a:ext cx="4723800" cy="19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55"/>
          <p:cNvSpPr/>
          <p:nvPr/>
        </p:nvSpPr>
        <p:spPr>
          <a:xfrm>
            <a:off x="0" y="4599400"/>
            <a:ext cx="91440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0" name="Google Shape;1250;p55"/>
          <p:cNvGrpSpPr/>
          <p:nvPr/>
        </p:nvGrpSpPr>
        <p:grpSpPr>
          <a:xfrm>
            <a:off x="5819054" y="-9974"/>
            <a:ext cx="5637319" cy="4356106"/>
            <a:chOff x="5205006" y="-20065"/>
            <a:chExt cx="5978069" cy="4619412"/>
          </a:xfrm>
        </p:grpSpPr>
        <p:sp>
          <p:nvSpPr>
            <p:cNvPr id="1251" name="Google Shape;1251;p55"/>
            <p:cNvSpPr/>
            <p:nvPr/>
          </p:nvSpPr>
          <p:spPr>
            <a:xfrm flipH="1">
              <a:off x="5205006" y="2473575"/>
              <a:ext cx="4291769" cy="2125773"/>
            </a:xfrm>
            <a:custGeom>
              <a:rect b="b" l="l" r="r" t="t"/>
              <a:pathLst>
                <a:path extrusionOk="0" h="78010" w="224084">
                  <a:moveTo>
                    <a:pt x="282" y="78010"/>
                  </a:moveTo>
                  <a:lnTo>
                    <a:pt x="224084" y="78010"/>
                  </a:lnTo>
                  <a:lnTo>
                    <a:pt x="2031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1252" name="Google Shape;1252;p55"/>
            <p:cNvSpPr/>
            <p:nvPr/>
          </p:nvSpPr>
          <p:spPr>
            <a:xfrm rot="10800000">
              <a:off x="6149028" y="-20065"/>
              <a:ext cx="5034047" cy="2493590"/>
            </a:xfrm>
            <a:custGeom>
              <a:rect b="b" l="l" r="r" t="t"/>
              <a:pathLst>
                <a:path extrusionOk="0" h="78010" w="224084">
                  <a:moveTo>
                    <a:pt x="282" y="78010"/>
                  </a:moveTo>
                  <a:lnTo>
                    <a:pt x="224084" y="78010"/>
                  </a:lnTo>
                  <a:lnTo>
                    <a:pt x="2031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253" name="Google Shape;1253;p55"/>
          <p:cNvGrpSpPr/>
          <p:nvPr/>
        </p:nvGrpSpPr>
        <p:grpSpPr>
          <a:xfrm>
            <a:off x="65274" y="4006730"/>
            <a:ext cx="5637460" cy="339497"/>
            <a:chOff x="-37025" y="4000475"/>
            <a:chExt cx="5739625" cy="345650"/>
          </a:xfrm>
        </p:grpSpPr>
        <p:grpSp>
          <p:nvGrpSpPr>
            <p:cNvPr id="1254" name="Google Shape;1254;p55"/>
            <p:cNvGrpSpPr/>
            <p:nvPr/>
          </p:nvGrpSpPr>
          <p:grpSpPr>
            <a:xfrm>
              <a:off x="3892925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1255" name="Google Shape;1255;p55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256" name="Google Shape;1256;p55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55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p55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55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55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1" name="Google Shape;1261;p55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2" name="Google Shape;1262;p55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63" name="Google Shape;1263;p55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264" name="Google Shape;1264;p55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5" name="Google Shape;1265;p55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6" name="Google Shape;1266;p55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7" name="Google Shape;1267;p55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8" name="Google Shape;1268;p55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9" name="Google Shape;1269;p55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0" name="Google Shape;1270;p55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71" name="Google Shape;1271;p55"/>
            <p:cNvGrpSpPr/>
            <p:nvPr/>
          </p:nvGrpSpPr>
          <p:grpSpPr>
            <a:xfrm>
              <a:off x="1927950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1272" name="Google Shape;1272;p55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273" name="Google Shape;1273;p55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4" name="Google Shape;1274;p55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5" name="Google Shape;1275;p55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6" name="Google Shape;1276;p55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7" name="Google Shape;1277;p55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8" name="Google Shape;1278;p55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9" name="Google Shape;1279;p55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80" name="Google Shape;1280;p55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281" name="Google Shape;1281;p55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2" name="Google Shape;1282;p55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3" name="Google Shape;1283;p55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4" name="Google Shape;1284;p55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5" name="Google Shape;1285;p55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6" name="Google Shape;1286;p55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7" name="Google Shape;1287;p55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88" name="Google Shape;1288;p55"/>
            <p:cNvGrpSpPr/>
            <p:nvPr/>
          </p:nvGrpSpPr>
          <p:grpSpPr>
            <a:xfrm>
              <a:off x="-37025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1289" name="Google Shape;1289;p55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290" name="Google Shape;1290;p55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1" name="Google Shape;1291;p55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2" name="Google Shape;1292;p55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3" name="Google Shape;1293;p55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4" name="Google Shape;1294;p55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5" name="Google Shape;1295;p55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p55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97" name="Google Shape;1297;p55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298" name="Google Shape;1298;p55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9" name="Google Shape;1299;p55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0" name="Google Shape;1300;p55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1" name="Google Shape;1301;p55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2" name="Google Shape;1302;p55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3" name="Google Shape;1303;p55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4" name="Google Shape;1304;p55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05" name="Google Shape;1305;p55"/>
          <p:cNvSpPr txBox="1"/>
          <p:nvPr>
            <p:ph type="title"/>
          </p:nvPr>
        </p:nvSpPr>
        <p:spPr>
          <a:xfrm>
            <a:off x="720000" y="1153200"/>
            <a:ext cx="40659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06" name="Google Shape;1306;p55"/>
          <p:cNvSpPr txBox="1"/>
          <p:nvPr>
            <p:ph idx="1" type="subTitle"/>
          </p:nvPr>
        </p:nvSpPr>
        <p:spPr>
          <a:xfrm>
            <a:off x="715100" y="2314100"/>
            <a:ext cx="4102800" cy="8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56"/>
          <p:cNvSpPr txBox="1"/>
          <p:nvPr>
            <p:ph type="title"/>
          </p:nvPr>
        </p:nvSpPr>
        <p:spPr>
          <a:xfrm>
            <a:off x="753200" y="858725"/>
            <a:ext cx="2675700" cy="183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57"/>
          <p:cNvSpPr/>
          <p:nvPr/>
        </p:nvSpPr>
        <p:spPr>
          <a:xfrm>
            <a:off x="0" y="4695975"/>
            <a:ext cx="9144000" cy="447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57"/>
          <p:cNvSpPr txBox="1"/>
          <p:nvPr>
            <p:ph hasCustomPrompt="1" type="title"/>
          </p:nvPr>
        </p:nvSpPr>
        <p:spPr>
          <a:xfrm>
            <a:off x="1465278" y="2832425"/>
            <a:ext cx="6213300" cy="12951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12" name="Google Shape;1312;p57"/>
          <p:cNvSpPr txBox="1"/>
          <p:nvPr>
            <p:ph idx="1" type="subTitle"/>
          </p:nvPr>
        </p:nvSpPr>
        <p:spPr>
          <a:xfrm>
            <a:off x="3204450" y="4161200"/>
            <a:ext cx="2735100" cy="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9"/>
          <p:cNvSpPr/>
          <p:nvPr/>
        </p:nvSpPr>
        <p:spPr>
          <a:xfrm>
            <a:off x="0" y="0"/>
            <a:ext cx="9144000" cy="2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59"/>
          <p:cNvSpPr/>
          <p:nvPr/>
        </p:nvSpPr>
        <p:spPr>
          <a:xfrm>
            <a:off x="0" y="3055288"/>
            <a:ext cx="9144000" cy="3570125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59"/>
          <p:cNvSpPr txBox="1"/>
          <p:nvPr>
            <p:ph hasCustomPrompt="1" type="title"/>
          </p:nvPr>
        </p:nvSpPr>
        <p:spPr>
          <a:xfrm>
            <a:off x="6477362" y="1306634"/>
            <a:ext cx="900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8" name="Google Shape;1318;p59"/>
          <p:cNvSpPr txBox="1"/>
          <p:nvPr>
            <p:ph idx="1" type="subTitle"/>
          </p:nvPr>
        </p:nvSpPr>
        <p:spPr>
          <a:xfrm>
            <a:off x="2675100" y="1627842"/>
            <a:ext cx="3793800" cy="317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9" name="Google Shape;1319;p59"/>
          <p:cNvSpPr txBox="1"/>
          <p:nvPr>
            <p:ph hasCustomPrompt="1" idx="2" type="title"/>
          </p:nvPr>
        </p:nvSpPr>
        <p:spPr>
          <a:xfrm>
            <a:off x="1745692" y="2180985"/>
            <a:ext cx="9003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9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0" name="Google Shape;1320;p59"/>
          <p:cNvSpPr txBox="1"/>
          <p:nvPr>
            <p:ph idx="3" type="subTitle"/>
          </p:nvPr>
        </p:nvSpPr>
        <p:spPr>
          <a:xfrm>
            <a:off x="2674650" y="2490386"/>
            <a:ext cx="3794700" cy="320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1" name="Google Shape;1321;p59"/>
          <p:cNvSpPr txBox="1"/>
          <p:nvPr>
            <p:ph hasCustomPrompt="1" idx="4" type="title"/>
          </p:nvPr>
        </p:nvSpPr>
        <p:spPr>
          <a:xfrm>
            <a:off x="6477362" y="3046440"/>
            <a:ext cx="900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9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2" name="Google Shape;1322;p59"/>
          <p:cNvSpPr txBox="1"/>
          <p:nvPr>
            <p:ph idx="5" type="subTitle"/>
          </p:nvPr>
        </p:nvSpPr>
        <p:spPr>
          <a:xfrm>
            <a:off x="2674650" y="3357154"/>
            <a:ext cx="3794700" cy="320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3" name="Google Shape;1323;p59"/>
          <p:cNvSpPr txBox="1"/>
          <p:nvPr>
            <p:ph hasCustomPrompt="1" idx="6" type="title"/>
          </p:nvPr>
        </p:nvSpPr>
        <p:spPr>
          <a:xfrm>
            <a:off x="1745692" y="3911936"/>
            <a:ext cx="900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9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4" name="Google Shape;1324;p59"/>
          <p:cNvSpPr txBox="1"/>
          <p:nvPr>
            <p:ph idx="7" type="subTitle"/>
          </p:nvPr>
        </p:nvSpPr>
        <p:spPr>
          <a:xfrm>
            <a:off x="2674650" y="4224578"/>
            <a:ext cx="3794700" cy="320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5" name="Google Shape;1325;p59"/>
          <p:cNvSpPr txBox="1"/>
          <p:nvPr>
            <p:ph idx="8"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26" name="Google Shape;1326;p59"/>
          <p:cNvSpPr txBox="1"/>
          <p:nvPr>
            <p:ph idx="9" type="subTitle"/>
          </p:nvPr>
        </p:nvSpPr>
        <p:spPr>
          <a:xfrm>
            <a:off x="2673750" y="1279165"/>
            <a:ext cx="3796500" cy="359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27" name="Google Shape;1327;p59"/>
          <p:cNvSpPr txBox="1"/>
          <p:nvPr>
            <p:ph idx="13" type="subTitle"/>
          </p:nvPr>
        </p:nvSpPr>
        <p:spPr>
          <a:xfrm>
            <a:off x="2674650" y="2144843"/>
            <a:ext cx="3794700" cy="356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28" name="Google Shape;1328;p59"/>
          <p:cNvSpPr txBox="1"/>
          <p:nvPr>
            <p:ph idx="14" type="subTitle"/>
          </p:nvPr>
        </p:nvSpPr>
        <p:spPr>
          <a:xfrm>
            <a:off x="2674650" y="3009017"/>
            <a:ext cx="3794700" cy="356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29" name="Google Shape;1329;p59"/>
          <p:cNvSpPr txBox="1"/>
          <p:nvPr>
            <p:ph idx="15" type="subTitle"/>
          </p:nvPr>
        </p:nvSpPr>
        <p:spPr>
          <a:xfrm>
            <a:off x="2674650" y="3875791"/>
            <a:ext cx="3794700" cy="356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60"/>
          <p:cNvSpPr txBox="1"/>
          <p:nvPr>
            <p:ph type="title"/>
          </p:nvPr>
        </p:nvSpPr>
        <p:spPr>
          <a:xfrm>
            <a:off x="5223150" y="2752125"/>
            <a:ext cx="3121800" cy="275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32" name="Google Shape;1332;p60"/>
          <p:cNvSpPr txBox="1"/>
          <p:nvPr>
            <p:ph idx="1" type="subTitle"/>
          </p:nvPr>
        </p:nvSpPr>
        <p:spPr>
          <a:xfrm>
            <a:off x="2510800" y="575506"/>
            <a:ext cx="5834100" cy="14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61"/>
          <p:cNvSpPr/>
          <p:nvPr/>
        </p:nvSpPr>
        <p:spPr>
          <a:xfrm rot="10800000">
            <a:off x="4611000" y="0"/>
            <a:ext cx="4533000" cy="5143500"/>
          </a:xfrm>
          <a:prstGeom prst="wedgeRectCallout">
            <a:avLst>
              <a:gd fmla="val 70496" name="adj1"/>
              <a:gd fmla="val 19935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61"/>
          <p:cNvSpPr txBox="1"/>
          <p:nvPr>
            <p:ph idx="1" type="subTitle"/>
          </p:nvPr>
        </p:nvSpPr>
        <p:spPr>
          <a:xfrm>
            <a:off x="5010400" y="1248975"/>
            <a:ext cx="3392400" cy="16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6" name="Google Shape;1336;p61"/>
          <p:cNvSpPr txBox="1"/>
          <p:nvPr>
            <p:ph type="title"/>
          </p:nvPr>
        </p:nvSpPr>
        <p:spPr>
          <a:xfrm>
            <a:off x="4569400" y="3400725"/>
            <a:ext cx="3859500" cy="4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62"/>
          <p:cNvSpPr txBox="1"/>
          <p:nvPr>
            <p:ph idx="1" type="subTitle"/>
          </p:nvPr>
        </p:nvSpPr>
        <p:spPr>
          <a:xfrm>
            <a:off x="719425" y="2350146"/>
            <a:ext cx="3787500" cy="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9" name="Google Shape;1339;p62"/>
          <p:cNvSpPr txBox="1"/>
          <p:nvPr>
            <p:ph type="title"/>
          </p:nvPr>
        </p:nvSpPr>
        <p:spPr>
          <a:xfrm>
            <a:off x="849161" y="1059456"/>
            <a:ext cx="4075500" cy="11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63"/>
          <p:cNvSpPr/>
          <p:nvPr/>
        </p:nvSpPr>
        <p:spPr>
          <a:xfrm>
            <a:off x="0" y="4831575"/>
            <a:ext cx="9144000" cy="31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63"/>
          <p:cNvSpPr txBox="1"/>
          <p:nvPr>
            <p:ph idx="1" type="subTitle"/>
          </p:nvPr>
        </p:nvSpPr>
        <p:spPr>
          <a:xfrm>
            <a:off x="2166450" y="3889705"/>
            <a:ext cx="48111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3" name="Google Shape;1343;p63"/>
          <p:cNvSpPr txBox="1"/>
          <p:nvPr>
            <p:ph type="title"/>
          </p:nvPr>
        </p:nvSpPr>
        <p:spPr>
          <a:xfrm>
            <a:off x="2071500" y="1512186"/>
            <a:ext cx="5001000" cy="13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"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64"/>
          <p:cNvSpPr txBox="1"/>
          <p:nvPr>
            <p:ph idx="1" type="subTitle"/>
          </p:nvPr>
        </p:nvSpPr>
        <p:spPr>
          <a:xfrm>
            <a:off x="1289865" y="2552006"/>
            <a:ext cx="3276300" cy="8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6" name="Google Shape;1346;p64"/>
          <p:cNvSpPr txBox="1"/>
          <p:nvPr>
            <p:ph type="title"/>
          </p:nvPr>
        </p:nvSpPr>
        <p:spPr>
          <a:xfrm>
            <a:off x="1289865" y="1796131"/>
            <a:ext cx="436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"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5"/>
          <p:cNvSpPr txBox="1"/>
          <p:nvPr>
            <p:ph idx="1" type="subTitle"/>
          </p:nvPr>
        </p:nvSpPr>
        <p:spPr>
          <a:xfrm>
            <a:off x="715100" y="1205880"/>
            <a:ext cx="3851100" cy="31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568C"/>
              </a:buClr>
              <a:buSzPts val="1400"/>
              <a:buFont typeface="Cambo"/>
              <a:buChar char="●"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/>
            </a:lvl9pPr>
          </a:lstStyle>
          <a:p/>
        </p:txBody>
      </p:sp>
      <p:sp>
        <p:nvSpPr>
          <p:cNvPr id="1349" name="Google Shape;1349;p65"/>
          <p:cNvSpPr txBox="1"/>
          <p:nvPr>
            <p:ph type="title"/>
          </p:nvPr>
        </p:nvSpPr>
        <p:spPr>
          <a:xfrm>
            <a:off x="715107" y="535000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3400"/>
              <a:buNone/>
              <a:defRPr>
                <a:solidFill>
                  <a:srgbClr val="27272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6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52" name="Google Shape;1352;p66"/>
          <p:cNvGrpSpPr/>
          <p:nvPr/>
        </p:nvGrpSpPr>
        <p:grpSpPr>
          <a:xfrm>
            <a:off x="-897926" y="-439590"/>
            <a:ext cx="10939851" cy="822180"/>
            <a:chOff x="-155138" y="-287190"/>
            <a:chExt cx="10939851" cy="822180"/>
          </a:xfrm>
        </p:grpSpPr>
        <p:grpSp>
          <p:nvGrpSpPr>
            <p:cNvPr id="1353" name="Google Shape;1353;p66"/>
            <p:cNvGrpSpPr/>
            <p:nvPr/>
          </p:nvGrpSpPr>
          <p:grpSpPr>
            <a:xfrm rot="5400000">
              <a:off x="2143235" y="-2585563"/>
              <a:ext cx="822180" cy="5418926"/>
              <a:chOff x="-102190" y="-137713"/>
              <a:chExt cx="822180" cy="5418926"/>
            </a:xfrm>
          </p:grpSpPr>
          <p:grpSp>
            <p:nvGrpSpPr>
              <p:cNvPr id="1354" name="Google Shape;1354;p66"/>
              <p:cNvGrpSpPr/>
              <p:nvPr/>
            </p:nvGrpSpPr>
            <p:grpSpPr>
              <a:xfrm rot="-5400000">
                <a:off x="-1011887" y="3549336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1355" name="Google Shape;1355;p66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356" name="Google Shape;1356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357" name="Google Shape;1357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8" name="Google Shape;1358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9" name="Google Shape;1359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0" name="Google Shape;1360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1" name="Google Shape;1361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362" name="Google Shape;1362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363" name="Google Shape;1363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4" name="Google Shape;1364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5" name="Google Shape;1365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6" name="Google Shape;1366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7" name="Google Shape;1367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368" name="Google Shape;1368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369" name="Google Shape;1369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0" name="Google Shape;1370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1" name="Google Shape;1371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2" name="Google Shape;1372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3" name="Google Shape;1373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374" name="Google Shape;1374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375" name="Google Shape;1375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6" name="Google Shape;1376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7" name="Google Shape;1377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8" name="Google Shape;1378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9" name="Google Shape;1379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380" name="Google Shape;1380;p66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381" name="Google Shape;1381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382" name="Google Shape;1382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3" name="Google Shape;1383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4" name="Google Shape;1384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5" name="Google Shape;1385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6" name="Google Shape;1386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387" name="Google Shape;1387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388" name="Google Shape;1388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9" name="Google Shape;1389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90" name="Google Shape;1390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91" name="Google Shape;1391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92" name="Google Shape;1392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393" name="Google Shape;1393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394" name="Google Shape;1394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95" name="Google Shape;1395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96" name="Google Shape;1396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97" name="Google Shape;1397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98" name="Google Shape;1398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399" name="Google Shape;1399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00" name="Google Shape;1400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01" name="Google Shape;1401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02" name="Google Shape;1402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03" name="Google Shape;1403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04" name="Google Shape;1404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grpSp>
            <p:nvGrpSpPr>
              <p:cNvPr id="1405" name="Google Shape;1405;p66"/>
              <p:cNvGrpSpPr/>
              <p:nvPr/>
            </p:nvGrpSpPr>
            <p:grpSpPr>
              <a:xfrm rot="-5400000">
                <a:off x="-1011887" y="771984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1406" name="Google Shape;1406;p66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407" name="Google Shape;1407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08" name="Google Shape;1408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09" name="Google Shape;1409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10" name="Google Shape;1410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11" name="Google Shape;1411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12" name="Google Shape;1412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13" name="Google Shape;1413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14" name="Google Shape;1414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15" name="Google Shape;1415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16" name="Google Shape;1416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17" name="Google Shape;1417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18" name="Google Shape;1418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19" name="Google Shape;1419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20" name="Google Shape;1420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21" name="Google Shape;1421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22" name="Google Shape;1422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23" name="Google Shape;1423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24" name="Google Shape;1424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25" name="Google Shape;1425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26" name="Google Shape;1426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27" name="Google Shape;1427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28" name="Google Shape;1428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29" name="Google Shape;1429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0" name="Google Shape;1430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431" name="Google Shape;1431;p66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432" name="Google Shape;1432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33" name="Google Shape;1433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4" name="Google Shape;1434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5" name="Google Shape;1435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6" name="Google Shape;1436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7" name="Google Shape;1437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38" name="Google Shape;1438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39" name="Google Shape;1439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0" name="Google Shape;1440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1" name="Google Shape;1441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2" name="Google Shape;1442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3" name="Google Shape;1443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44" name="Google Shape;1444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45" name="Google Shape;1445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6" name="Google Shape;1446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7" name="Google Shape;1447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8" name="Google Shape;1448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9" name="Google Shape;1449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50" name="Google Shape;1450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51" name="Google Shape;1451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52" name="Google Shape;1452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53" name="Google Shape;1453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54" name="Google Shape;1454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55" name="Google Shape;1455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</p:grpSp>
        <p:grpSp>
          <p:nvGrpSpPr>
            <p:cNvPr id="1456" name="Google Shape;1456;p66"/>
            <p:cNvGrpSpPr/>
            <p:nvPr/>
          </p:nvGrpSpPr>
          <p:grpSpPr>
            <a:xfrm rot="5400000">
              <a:off x="7664160" y="-2585563"/>
              <a:ext cx="822180" cy="5418926"/>
              <a:chOff x="-102190" y="-137713"/>
              <a:chExt cx="822180" cy="5418926"/>
            </a:xfrm>
          </p:grpSpPr>
          <p:grpSp>
            <p:nvGrpSpPr>
              <p:cNvPr id="1457" name="Google Shape;1457;p66"/>
              <p:cNvGrpSpPr/>
              <p:nvPr/>
            </p:nvGrpSpPr>
            <p:grpSpPr>
              <a:xfrm rot="-5400000">
                <a:off x="-1011887" y="3549336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1458" name="Google Shape;1458;p66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459" name="Google Shape;1459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60" name="Google Shape;1460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61" name="Google Shape;1461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62" name="Google Shape;1462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63" name="Google Shape;1463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64" name="Google Shape;1464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65" name="Google Shape;1465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66" name="Google Shape;1466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67" name="Google Shape;1467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68" name="Google Shape;1468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69" name="Google Shape;1469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70" name="Google Shape;1470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71" name="Google Shape;1471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72" name="Google Shape;1472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73" name="Google Shape;1473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74" name="Google Shape;1474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75" name="Google Shape;1475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76" name="Google Shape;1476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77" name="Google Shape;1477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78" name="Google Shape;1478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79" name="Google Shape;1479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80" name="Google Shape;1480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81" name="Google Shape;1481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82" name="Google Shape;1482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483" name="Google Shape;1483;p66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484" name="Google Shape;1484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85" name="Google Shape;1485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86" name="Google Shape;1486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87" name="Google Shape;1487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88" name="Google Shape;1488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89" name="Google Shape;1489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90" name="Google Shape;1490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91" name="Google Shape;1491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2" name="Google Shape;1492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3" name="Google Shape;1493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4" name="Google Shape;1494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5" name="Google Shape;1495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96" name="Google Shape;1496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497" name="Google Shape;1497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8" name="Google Shape;1498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9" name="Google Shape;1499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0" name="Google Shape;1500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1" name="Google Shape;1501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02" name="Google Shape;1502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03" name="Google Shape;1503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4" name="Google Shape;1504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5" name="Google Shape;1505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6" name="Google Shape;1506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7" name="Google Shape;1507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grpSp>
            <p:nvGrpSpPr>
              <p:cNvPr id="1508" name="Google Shape;1508;p66"/>
              <p:cNvGrpSpPr/>
              <p:nvPr/>
            </p:nvGrpSpPr>
            <p:grpSpPr>
              <a:xfrm rot="-5400000">
                <a:off x="-1011887" y="771984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1509" name="Google Shape;1509;p66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510" name="Google Shape;1510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11" name="Google Shape;1511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2" name="Google Shape;1512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3" name="Google Shape;1513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4" name="Google Shape;1514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5" name="Google Shape;1515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16" name="Google Shape;1516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17" name="Google Shape;1517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8" name="Google Shape;1518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9" name="Google Shape;1519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20" name="Google Shape;1520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21" name="Google Shape;1521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22" name="Google Shape;1522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23" name="Google Shape;1523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24" name="Google Shape;1524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25" name="Google Shape;1525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26" name="Google Shape;1526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27" name="Google Shape;1527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28" name="Google Shape;1528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29" name="Google Shape;1529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30" name="Google Shape;1530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31" name="Google Shape;1531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32" name="Google Shape;1532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33" name="Google Shape;1533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534" name="Google Shape;1534;p66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535" name="Google Shape;1535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36" name="Google Shape;1536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37" name="Google Shape;1537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38" name="Google Shape;1538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39" name="Google Shape;1539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40" name="Google Shape;1540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41" name="Google Shape;1541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42" name="Google Shape;1542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43" name="Google Shape;1543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44" name="Google Shape;1544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45" name="Google Shape;1545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46" name="Google Shape;1546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47" name="Google Shape;1547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48" name="Google Shape;1548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49" name="Google Shape;1549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50" name="Google Shape;1550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51" name="Google Shape;1551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52" name="Google Shape;1552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53" name="Google Shape;1553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54" name="Google Shape;1554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55" name="Google Shape;1555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56" name="Google Shape;1556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57" name="Google Shape;1557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58" name="Google Shape;1558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</p:grpSp>
      </p:grpSp>
      <p:grpSp>
        <p:nvGrpSpPr>
          <p:cNvPr id="1559" name="Google Shape;1559;p66"/>
          <p:cNvGrpSpPr/>
          <p:nvPr/>
        </p:nvGrpSpPr>
        <p:grpSpPr>
          <a:xfrm>
            <a:off x="-897926" y="4760910"/>
            <a:ext cx="10939851" cy="822180"/>
            <a:chOff x="-155138" y="-287190"/>
            <a:chExt cx="10939851" cy="822180"/>
          </a:xfrm>
        </p:grpSpPr>
        <p:grpSp>
          <p:nvGrpSpPr>
            <p:cNvPr id="1560" name="Google Shape;1560;p66"/>
            <p:cNvGrpSpPr/>
            <p:nvPr/>
          </p:nvGrpSpPr>
          <p:grpSpPr>
            <a:xfrm rot="5400000">
              <a:off x="2143235" y="-2585563"/>
              <a:ext cx="822180" cy="5418926"/>
              <a:chOff x="-102190" y="-137713"/>
              <a:chExt cx="822180" cy="5418926"/>
            </a:xfrm>
          </p:grpSpPr>
          <p:grpSp>
            <p:nvGrpSpPr>
              <p:cNvPr id="1561" name="Google Shape;1561;p66"/>
              <p:cNvGrpSpPr/>
              <p:nvPr/>
            </p:nvGrpSpPr>
            <p:grpSpPr>
              <a:xfrm rot="-5400000">
                <a:off x="-1011887" y="3549336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1562" name="Google Shape;1562;p66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563" name="Google Shape;1563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64" name="Google Shape;1564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65" name="Google Shape;1565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66" name="Google Shape;1566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67" name="Google Shape;1567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68" name="Google Shape;1568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69" name="Google Shape;1569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70" name="Google Shape;1570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71" name="Google Shape;1571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72" name="Google Shape;1572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73" name="Google Shape;1573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74" name="Google Shape;1574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75" name="Google Shape;1575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76" name="Google Shape;1576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77" name="Google Shape;1577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78" name="Google Shape;1578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79" name="Google Shape;1579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80" name="Google Shape;1580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81" name="Google Shape;1581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82" name="Google Shape;1582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83" name="Google Shape;1583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84" name="Google Shape;1584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85" name="Google Shape;1585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86" name="Google Shape;1586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587" name="Google Shape;1587;p66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588" name="Google Shape;1588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89" name="Google Shape;1589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0" name="Google Shape;1590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1" name="Google Shape;1591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2" name="Google Shape;1592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3" name="Google Shape;1593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94" name="Google Shape;1594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595" name="Google Shape;1595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6" name="Google Shape;1596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7" name="Google Shape;1597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8" name="Google Shape;1598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9" name="Google Shape;1599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00" name="Google Shape;1600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01" name="Google Shape;1601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02" name="Google Shape;1602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03" name="Google Shape;1603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04" name="Google Shape;1604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05" name="Google Shape;1605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06" name="Google Shape;1606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07" name="Google Shape;1607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08" name="Google Shape;1608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09" name="Google Shape;1609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10" name="Google Shape;1610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11" name="Google Shape;1611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grpSp>
            <p:nvGrpSpPr>
              <p:cNvPr id="1612" name="Google Shape;1612;p66"/>
              <p:cNvGrpSpPr/>
              <p:nvPr/>
            </p:nvGrpSpPr>
            <p:grpSpPr>
              <a:xfrm rot="-5400000">
                <a:off x="-1011887" y="771984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1613" name="Google Shape;1613;p66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614" name="Google Shape;1614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15" name="Google Shape;1615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16" name="Google Shape;1616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17" name="Google Shape;1617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18" name="Google Shape;1618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19" name="Google Shape;1619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20" name="Google Shape;1620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21" name="Google Shape;1621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22" name="Google Shape;1622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23" name="Google Shape;1623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24" name="Google Shape;1624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25" name="Google Shape;1625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26" name="Google Shape;1626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27" name="Google Shape;1627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28" name="Google Shape;1628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29" name="Google Shape;1629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30" name="Google Shape;1630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31" name="Google Shape;1631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32" name="Google Shape;1632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33" name="Google Shape;1633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34" name="Google Shape;1634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35" name="Google Shape;1635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36" name="Google Shape;1636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37" name="Google Shape;1637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638" name="Google Shape;1638;p66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639" name="Google Shape;1639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40" name="Google Shape;1640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41" name="Google Shape;1641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42" name="Google Shape;1642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43" name="Google Shape;1643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44" name="Google Shape;1644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45" name="Google Shape;1645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46" name="Google Shape;1646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47" name="Google Shape;1647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48" name="Google Shape;1648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49" name="Google Shape;1649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50" name="Google Shape;1650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51" name="Google Shape;1651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52" name="Google Shape;1652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53" name="Google Shape;1653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54" name="Google Shape;1654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55" name="Google Shape;1655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56" name="Google Shape;1656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57" name="Google Shape;1657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58" name="Google Shape;1658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59" name="Google Shape;1659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60" name="Google Shape;1660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61" name="Google Shape;1661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62" name="Google Shape;1662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</p:grpSp>
        <p:grpSp>
          <p:nvGrpSpPr>
            <p:cNvPr id="1663" name="Google Shape;1663;p66"/>
            <p:cNvGrpSpPr/>
            <p:nvPr/>
          </p:nvGrpSpPr>
          <p:grpSpPr>
            <a:xfrm rot="5400000">
              <a:off x="7664160" y="-2585563"/>
              <a:ext cx="822180" cy="5418926"/>
              <a:chOff x="-102190" y="-137713"/>
              <a:chExt cx="822180" cy="5418926"/>
            </a:xfrm>
          </p:grpSpPr>
          <p:grpSp>
            <p:nvGrpSpPr>
              <p:cNvPr id="1664" name="Google Shape;1664;p66"/>
              <p:cNvGrpSpPr/>
              <p:nvPr/>
            </p:nvGrpSpPr>
            <p:grpSpPr>
              <a:xfrm rot="-5400000">
                <a:off x="-1011887" y="3549336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1665" name="Google Shape;1665;p66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666" name="Google Shape;1666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67" name="Google Shape;1667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68" name="Google Shape;1668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69" name="Google Shape;1669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70" name="Google Shape;1670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71" name="Google Shape;1671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72" name="Google Shape;1672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73" name="Google Shape;1673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74" name="Google Shape;1674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75" name="Google Shape;1675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76" name="Google Shape;1676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77" name="Google Shape;1677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78" name="Google Shape;1678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79" name="Google Shape;1679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80" name="Google Shape;1680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81" name="Google Shape;1681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82" name="Google Shape;1682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83" name="Google Shape;1683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84" name="Google Shape;1684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85" name="Google Shape;1685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86" name="Google Shape;1686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87" name="Google Shape;1687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88" name="Google Shape;1688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89" name="Google Shape;1689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690" name="Google Shape;1690;p66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691" name="Google Shape;1691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92" name="Google Shape;1692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93" name="Google Shape;1693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94" name="Google Shape;1694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95" name="Google Shape;1695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96" name="Google Shape;1696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97" name="Google Shape;1697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698" name="Google Shape;1698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99" name="Google Shape;1699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00" name="Google Shape;1700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01" name="Google Shape;1701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02" name="Google Shape;1702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703" name="Google Shape;1703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704" name="Google Shape;1704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05" name="Google Shape;1705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06" name="Google Shape;1706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07" name="Google Shape;1707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08" name="Google Shape;1708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709" name="Google Shape;1709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710" name="Google Shape;1710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11" name="Google Shape;1711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12" name="Google Shape;1712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13" name="Google Shape;1713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14" name="Google Shape;1714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  <p:grpSp>
            <p:nvGrpSpPr>
              <p:cNvPr id="1715" name="Google Shape;1715;p66"/>
              <p:cNvGrpSpPr/>
              <p:nvPr/>
            </p:nvGrpSpPr>
            <p:grpSpPr>
              <a:xfrm rot="-5400000">
                <a:off x="-1011887" y="771984"/>
                <a:ext cx="2641575" cy="822180"/>
                <a:chOff x="2201925" y="3786309"/>
                <a:chExt cx="2641575" cy="822180"/>
              </a:xfrm>
            </p:grpSpPr>
            <p:grpSp>
              <p:nvGrpSpPr>
                <p:cNvPr id="1716" name="Google Shape;1716;p66"/>
                <p:cNvGrpSpPr/>
                <p:nvPr/>
              </p:nvGrpSpPr>
              <p:grpSpPr>
                <a:xfrm>
                  <a:off x="3599450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717" name="Google Shape;1717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718" name="Google Shape;1718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19" name="Google Shape;1719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20" name="Google Shape;1720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21" name="Google Shape;1721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22" name="Google Shape;1722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723" name="Google Shape;1723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724" name="Google Shape;1724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25" name="Google Shape;1725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26" name="Google Shape;1726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27" name="Google Shape;1727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28" name="Google Shape;1728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729" name="Google Shape;1729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730" name="Google Shape;1730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31" name="Google Shape;1731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32" name="Google Shape;1732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33" name="Google Shape;1733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34" name="Google Shape;1734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735" name="Google Shape;1735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736" name="Google Shape;1736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37" name="Google Shape;1737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38" name="Google Shape;1738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39" name="Google Shape;1739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40" name="Google Shape;1740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741" name="Google Shape;1741;p66"/>
                <p:cNvGrpSpPr/>
                <p:nvPr/>
              </p:nvGrpSpPr>
              <p:grpSpPr>
                <a:xfrm>
                  <a:off x="2201925" y="3786309"/>
                  <a:ext cx="1244050" cy="822180"/>
                  <a:chOff x="3599450" y="3786309"/>
                  <a:chExt cx="1244050" cy="822180"/>
                </a:xfrm>
              </p:grpSpPr>
              <p:grpSp>
                <p:nvGrpSpPr>
                  <p:cNvPr id="1742" name="Google Shape;1742;p66"/>
                  <p:cNvGrpSpPr/>
                  <p:nvPr/>
                </p:nvGrpSpPr>
                <p:grpSpPr>
                  <a:xfrm>
                    <a:off x="3599450" y="402276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743" name="Google Shape;1743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44" name="Google Shape;1744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45" name="Google Shape;1745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46" name="Google Shape;1746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47" name="Google Shape;1747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748" name="Google Shape;1748;p66"/>
                  <p:cNvGrpSpPr/>
                  <p:nvPr/>
                </p:nvGrpSpPr>
                <p:grpSpPr>
                  <a:xfrm>
                    <a:off x="3599450" y="378630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749" name="Google Shape;1749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0" name="Google Shape;1750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1" name="Google Shape;1751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2" name="Google Shape;1752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3" name="Google Shape;1753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754" name="Google Shape;1754;p66"/>
                  <p:cNvGrpSpPr/>
                  <p:nvPr/>
                </p:nvGrpSpPr>
                <p:grpSpPr>
                  <a:xfrm>
                    <a:off x="3599450" y="449568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755" name="Google Shape;1755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6" name="Google Shape;1756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7" name="Google Shape;1757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8" name="Google Shape;1758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9" name="Google Shape;1759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760" name="Google Shape;1760;p66"/>
                  <p:cNvGrpSpPr/>
                  <p:nvPr/>
                </p:nvGrpSpPr>
                <p:grpSpPr>
                  <a:xfrm>
                    <a:off x="3599450" y="4259229"/>
                    <a:ext cx="1244050" cy="112800"/>
                    <a:chOff x="2273100" y="3750025"/>
                    <a:chExt cx="1244050" cy="112800"/>
                  </a:xfrm>
                </p:grpSpPr>
                <p:sp>
                  <p:nvSpPr>
                    <p:cNvPr id="1761" name="Google Shape;1761;p66"/>
                    <p:cNvSpPr/>
                    <p:nvPr/>
                  </p:nvSpPr>
                  <p:spPr>
                    <a:xfrm>
                      <a:off x="340435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62" name="Google Shape;1762;p66"/>
                    <p:cNvSpPr/>
                    <p:nvPr/>
                  </p:nvSpPr>
                  <p:spPr>
                    <a:xfrm>
                      <a:off x="3121538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63" name="Google Shape;1763;p66"/>
                    <p:cNvSpPr/>
                    <p:nvPr/>
                  </p:nvSpPr>
                  <p:spPr>
                    <a:xfrm>
                      <a:off x="2838725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64" name="Google Shape;1764;p66"/>
                    <p:cNvSpPr/>
                    <p:nvPr/>
                  </p:nvSpPr>
                  <p:spPr>
                    <a:xfrm>
                      <a:off x="2555913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65" name="Google Shape;1765;p66"/>
                    <p:cNvSpPr/>
                    <p:nvPr/>
                  </p:nvSpPr>
                  <p:spPr>
                    <a:xfrm>
                      <a:off x="2273100" y="3750025"/>
                      <a:ext cx="112800" cy="112800"/>
                    </a:xfrm>
                    <a:prstGeom prst="ellipse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67"/>
          <p:cNvSpPr/>
          <p:nvPr/>
        </p:nvSpPr>
        <p:spPr>
          <a:xfrm rot="-5400000">
            <a:off x="6833586" y="471131"/>
            <a:ext cx="5141957" cy="4185571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67"/>
          <p:cNvSpPr/>
          <p:nvPr/>
        </p:nvSpPr>
        <p:spPr>
          <a:xfrm flipH="1" rot="5400000">
            <a:off x="-2831543" y="486799"/>
            <a:ext cx="5141957" cy="4185571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67"/>
          <p:cNvSpPr txBox="1"/>
          <p:nvPr>
            <p:ph idx="1" type="subTitle"/>
          </p:nvPr>
        </p:nvSpPr>
        <p:spPr>
          <a:xfrm>
            <a:off x="1715938" y="2595500"/>
            <a:ext cx="2514600" cy="471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0" name="Google Shape;1770;p67"/>
          <p:cNvSpPr txBox="1"/>
          <p:nvPr>
            <p:ph idx="2" type="subTitle"/>
          </p:nvPr>
        </p:nvSpPr>
        <p:spPr>
          <a:xfrm>
            <a:off x="4910763" y="2595500"/>
            <a:ext cx="2517300" cy="471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1" name="Google Shape;1771;p67"/>
          <p:cNvSpPr txBox="1"/>
          <p:nvPr>
            <p:ph idx="3" type="subTitle"/>
          </p:nvPr>
        </p:nvSpPr>
        <p:spPr>
          <a:xfrm>
            <a:off x="1690038" y="3155275"/>
            <a:ext cx="2632800" cy="12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2" name="Google Shape;1772;p67"/>
          <p:cNvSpPr txBox="1"/>
          <p:nvPr>
            <p:ph idx="4" type="subTitle"/>
          </p:nvPr>
        </p:nvSpPr>
        <p:spPr>
          <a:xfrm>
            <a:off x="4820563" y="3155275"/>
            <a:ext cx="2633400" cy="12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3" name="Google Shape;1773;p67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68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76" name="Google Shape;1776;p68"/>
          <p:cNvSpPr txBox="1"/>
          <p:nvPr>
            <p:ph idx="1" type="subTitle"/>
          </p:nvPr>
        </p:nvSpPr>
        <p:spPr>
          <a:xfrm>
            <a:off x="719300" y="1205875"/>
            <a:ext cx="4002300" cy="34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o"/>
              <a:buChar char="●"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9pPr>
          </a:lstStyle>
          <a:p/>
        </p:txBody>
      </p:sp>
      <p:sp>
        <p:nvSpPr>
          <p:cNvPr id="1777" name="Google Shape;1777;p68"/>
          <p:cNvSpPr txBox="1"/>
          <p:nvPr>
            <p:ph idx="2" type="subTitle"/>
          </p:nvPr>
        </p:nvSpPr>
        <p:spPr>
          <a:xfrm>
            <a:off x="4832675" y="1205875"/>
            <a:ext cx="3591900" cy="34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o"/>
              <a:buChar char="●"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●"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○"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300"/>
              <a:buFont typeface="Cambo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69"/>
          <p:cNvSpPr txBox="1"/>
          <p:nvPr>
            <p:ph idx="1" type="subTitle"/>
          </p:nvPr>
        </p:nvSpPr>
        <p:spPr>
          <a:xfrm>
            <a:off x="720000" y="2954650"/>
            <a:ext cx="2440200" cy="460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0" name="Google Shape;1780;p69"/>
          <p:cNvSpPr txBox="1"/>
          <p:nvPr>
            <p:ph idx="2" type="subTitle"/>
          </p:nvPr>
        </p:nvSpPr>
        <p:spPr>
          <a:xfrm>
            <a:off x="720000" y="3948202"/>
            <a:ext cx="24402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1" name="Google Shape;1781;p69"/>
          <p:cNvSpPr txBox="1"/>
          <p:nvPr>
            <p:ph idx="3" type="subTitle"/>
          </p:nvPr>
        </p:nvSpPr>
        <p:spPr>
          <a:xfrm>
            <a:off x="3350700" y="3948205"/>
            <a:ext cx="24414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2" name="Google Shape;1782;p69"/>
          <p:cNvSpPr txBox="1"/>
          <p:nvPr>
            <p:ph idx="4" type="subTitle"/>
          </p:nvPr>
        </p:nvSpPr>
        <p:spPr>
          <a:xfrm>
            <a:off x="5982600" y="3948205"/>
            <a:ext cx="24414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3" name="Google Shape;1783;p69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84" name="Google Shape;1784;p69"/>
          <p:cNvSpPr txBox="1"/>
          <p:nvPr>
            <p:ph idx="5" type="subTitle"/>
          </p:nvPr>
        </p:nvSpPr>
        <p:spPr>
          <a:xfrm>
            <a:off x="3350700" y="2954649"/>
            <a:ext cx="2441400" cy="460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5" name="Google Shape;1785;p69"/>
          <p:cNvSpPr txBox="1"/>
          <p:nvPr>
            <p:ph idx="6" type="subTitle"/>
          </p:nvPr>
        </p:nvSpPr>
        <p:spPr>
          <a:xfrm>
            <a:off x="5982600" y="2954649"/>
            <a:ext cx="2441400" cy="460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6" name="Google Shape;1786;p69"/>
          <p:cNvSpPr txBox="1"/>
          <p:nvPr>
            <p:ph idx="7" type="subTitle"/>
          </p:nvPr>
        </p:nvSpPr>
        <p:spPr>
          <a:xfrm>
            <a:off x="720000" y="3417689"/>
            <a:ext cx="2440200" cy="460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7" name="Google Shape;1787;p69"/>
          <p:cNvSpPr txBox="1"/>
          <p:nvPr>
            <p:ph idx="8" type="subTitle"/>
          </p:nvPr>
        </p:nvSpPr>
        <p:spPr>
          <a:xfrm>
            <a:off x="3350700" y="3417689"/>
            <a:ext cx="2441400" cy="460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8" name="Google Shape;1788;p69"/>
          <p:cNvSpPr txBox="1"/>
          <p:nvPr>
            <p:ph idx="9" type="subTitle"/>
          </p:nvPr>
        </p:nvSpPr>
        <p:spPr>
          <a:xfrm>
            <a:off x="5982600" y="3417689"/>
            <a:ext cx="2441400" cy="460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70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91" name="Google Shape;1791;p70"/>
          <p:cNvSpPr txBox="1"/>
          <p:nvPr>
            <p:ph idx="1" type="subTitle"/>
          </p:nvPr>
        </p:nvSpPr>
        <p:spPr>
          <a:xfrm>
            <a:off x="720000" y="2355900"/>
            <a:ext cx="2336400" cy="533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92" name="Google Shape;1792;p70"/>
          <p:cNvSpPr txBox="1"/>
          <p:nvPr>
            <p:ph idx="2" type="subTitle"/>
          </p:nvPr>
        </p:nvSpPr>
        <p:spPr>
          <a:xfrm>
            <a:off x="852900" y="3466006"/>
            <a:ext cx="20706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3" name="Google Shape;1793;p70"/>
          <p:cNvSpPr txBox="1"/>
          <p:nvPr>
            <p:ph idx="3" type="subTitle"/>
          </p:nvPr>
        </p:nvSpPr>
        <p:spPr>
          <a:xfrm>
            <a:off x="3538800" y="3466006"/>
            <a:ext cx="20664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4" name="Google Shape;1794;p70"/>
          <p:cNvSpPr txBox="1"/>
          <p:nvPr>
            <p:ph idx="4" type="subTitle"/>
          </p:nvPr>
        </p:nvSpPr>
        <p:spPr>
          <a:xfrm>
            <a:off x="6222600" y="3466006"/>
            <a:ext cx="20664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5" name="Google Shape;1795;p70"/>
          <p:cNvSpPr txBox="1"/>
          <p:nvPr>
            <p:ph idx="5" type="subTitle"/>
          </p:nvPr>
        </p:nvSpPr>
        <p:spPr>
          <a:xfrm>
            <a:off x="3403800" y="2355900"/>
            <a:ext cx="2336400" cy="533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96" name="Google Shape;1796;p70"/>
          <p:cNvSpPr txBox="1"/>
          <p:nvPr>
            <p:ph idx="6" type="subTitle"/>
          </p:nvPr>
        </p:nvSpPr>
        <p:spPr>
          <a:xfrm>
            <a:off x="6087600" y="2355900"/>
            <a:ext cx="2336400" cy="533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97" name="Google Shape;1797;p70"/>
          <p:cNvSpPr txBox="1"/>
          <p:nvPr>
            <p:ph idx="7" type="subTitle"/>
          </p:nvPr>
        </p:nvSpPr>
        <p:spPr>
          <a:xfrm>
            <a:off x="937200" y="2984978"/>
            <a:ext cx="1902000" cy="4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8" name="Google Shape;1798;p70"/>
          <p:cNvSpPr txBox="1"/>
          <p:nvPr>
            <p:ph idx="8" type="subTitle"/>
          </p:nvPr>
        </p:nvSpPr>
        <p:spPr>
          <a:xfrm>
            <a:off x="3621000" y="2984978"/>
            <a:ext cx="1902000" cy="4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9" name="Google Shape;1799;p70"/>
          <p:cNvSpPr txBox="1"/>
          <p:nvPr>
            <p:ph idx="9" type="subTitle"/>
          </p:nvPr>
        </p:nvSpPr>
        <p:spPr>
          <a:xfrm>
            <a:off x="6304200" y="2984978"/>
            <a:ext cx="1903200" cy="4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_1_1_2_1_1"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71"/>
          <p:cNvSpPr txBox="1"/>
          <p:nvPr>
            <p:ph type="title"/>
          </p:nvPr>
        </p:nvSpPr>
        <p:spPr>
          <a:xfrm>
            <a:off x="3019225" y="535000"/>
            <a:ext cx="4543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2" name="Google Shape;1802;p71"/>
          <p:cNvSpPr txBox="1"/>
          <p:nvPr>
            <p:ph idx="1" type="subTitle"/>
          </p:nvPr>
        </p:nvSpPr>
        <p:spPr>
          <a:xfrm>
            <a:off x="3019217" y="1425675"/>
            <a:ext cx="2141700" cy="484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03" name="Google Shape;1803;p71"/>
          <p:cNvSpPr txBox="1"/>
          <p:nvPr>
            <p:ph idx="2" type="subTitle"/>
          </p:nvPr>
        </p:nvSpPr>
        <p:spPr>
          <a:xfrm>
            <a:off x="5313348" y="1353675"/>
            <a:ext cx="2446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4" name="Google Shape;1804;p71"/>
          <p:cNvSpPr txBox="1"/>
          <p:nvPr>
            <p:ph idx="3" type="subTitle"/>
          </p:nvPr>
        </p:nvSpPr>
        <p:spPr>
          <a:xfrm>
            <a:off x="5313348" y="2571321"/>
            <a:ext cx="2446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5" name="Google Shape;1805;p71"/>
          <p:cNvSpPr txBox="1"/>
          <p:nvPr>
            <p:ph idx="4" type="subTitle"/>
          </p:nvPr>
        </p:nvSpPr>
        <p:spPr>
          <a:xfrm>
            <a:off x="5313348" y="3788975"/>
            <a:ext cx="2446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6" name="Google Shape;1806;p71"/>
          <p:cNvSpPr txBox="1"/>
          <p:nvPr>
            <p:ph idx="5" type="subTitle"/>
          </p:nvPr>
        </p:nvSpPr>
        <p:spPr>
          <a:xfrm>
            <a:off x="3019217" y="2643321"/>
            <a:ext cx="2141700" cy="484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07" name="Google Shape;1807;p71"/>
          <p:cNvSpPr txBox="1"/>
          <p:nvPr>
            <p:ph idx="6" type="subTitle"/>
          </p:nvPr>
        </p:nvSpPr>
        <p:spPr>
          <a:xfrm>
            <a:off x="3019217" y="3860975"/>
            <a:ext cx="2141700" cy="484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BLANK_1_1_1_2_1_1_1"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72"/>
          <p:cNvSpPr/>
          <p:nvPr/>
        </p:nvSpPr>
        <p:spPr>
          <a:xfrm flipH="1" rot="-5400000">
            <a:off x="3143650" y="-3151050"/>
            <a:ext cx="2849400" cy="91515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72"/>
          <p:cNvSpPr/>
          <p:nvPr/>
        </p:nvSpPr>
        <p:spPr>
          <a:xfrm>
            <a:off x="125" y="2971400"/>
            <a:ext cx="9144000" cy="2849400"/>
          </a:xfrm>
          <a:prstGeom prst="rtTriangle">
            <a:avLst/>
          </a:prstGeom>
          <a:solidFill>
            <a:srgbClr val="C5C5C5">
              <a:alpha val="38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72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12" name="Google Shape;1812;p72"/>
          <p:cNvSpPr txBox="1"/>
          <p:nvPr>
            <p:ph idx="1" type="subTitle"/>
          </p:nvPr>
        </p:nvSpPr>
        <p:spPr>
          <a:xfrm>
            <a:off x="719125" y="2661788"/>
            <a:ext cx="2412900" cy="455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13" name="Google Shape;1813;p72"/>
          <p:cNvSpPr txBox="1"/>
          <p:nvPr>
            <p:ph idx="2" type="subTitle"/>
          </p:nvPr>
        </p:nvSpPr>
        <p:spPr>
          <a:xfrm>
            <a:off x="719125" y="1640338"/>
            <a:ext cx="24129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4" name="Google Shape;1814;p72"/>
          <p:cNvSpPr txBox="1"/>
          <p:nvPr>
            <p:ph idx="3" type="subTitle"/>
          </p:nvPr>
        </p:nvSpPr>
        <p:spPr>
          <a:xfrm>
            <a:off x="3364950" y="2179600"/>
            <a:ext cx="24141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5" name="Google Shape;1815;p72"/>
          <p:cNvSpPr txBox="1"/>
          <p:nvPr>
            <p:ph idx="4" type="subTitle"/>
          </p:nvPr>
        </p:nvSpPr>
        <p:spPr>
          <a:xfrm>
            <a:off x="6012000" y="2781950"/>
            <a:ext cx="2412300" cy="8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6" name="Google Shape;1816;p72"/>
          <p:cNvSpPr txBox="1"/>
          <p:nvPr>
            <p:ph idx="5" type="subTitle"/>
          </p:nvPr>
        </p:nvSpPr>
        <p:spPr>
          <a:xfrm>
            <a:off x="3364950" y="3201051"/>
            <a:ext cx="2414100" cy="455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17" name="Google Shape;1817;p72"/>
          <p:cNvSpPr txBox="1"/>
          <p:nvPr>
            <p:ph idx="6" type="subTitle"/>
          </p:nvPr>
        </p:nvSpPr>
        <p:spPr>
          <a:xfrm>
            <a:off x="6011100" y="3802350"/>
            <a:ext cx="2414100" cy="455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TITLE_AND_TWO_COLUMNS_1_2"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73"/>
          <p:cNvSpPr txBox="1"/>
          <p:nvPr>
            <p:ph idx="1" type="subTitle"/>
          </p:nvPr>
        </p:nvSpPr>
        <p:spPr>
          <a:xfrm>
            <a:off x="3341381" y="3356350"/>
            <a:ext cx="2477400" cy="423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20" name="Google Shape;1820;p73"/>
          <p:cNvSpPr txBox="1"/>
          <p:nvPr>
            <p:ph idx="2" type="subTitle"/>
          </p:nvPr>
        </p:nvSpPr>
        <p:spPr>
          <a:xfrm>
            <a:off x="5934756" y="1771812"/>
            <a:ext cx="2478000" cy="423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21" name="Google Shape;1821;p73"/>
          <p:cNvSpPr txBox="1"/>
          <p:nvPr>
            <p:ph idx="3" type="subTitle"/>
          </p:nvPr>
        </p:nvSpPr>
        <p:spPr>
          <a:xfrm>
            <a:off x="3341381" y="3779650"/>
            <a:ext cx="24774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2" name="Google Shape;1822;p73"/>
          <p:cNvSpPr txBox="1"/>
          <p:nvPr>
            <p:ph idx="4" type="subTitle"/>
          </p:nvPr>
        </p:nvSpPr>
        <p:spPr>
          <a:xfrm>
            <a:off x="5934756" y="2195088"/>
            <a:ext cx="24780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3" name="Google Shape;1823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24" name="Google Shape;1824;p73"/>
          <p:cNvSpPr txBox="1"/>
          <p:nvPr>
            <p:ph idx="5" type="subTitle"/>
          </p:nvPr>
        </p:nvSpPr>
        <p:spPr>
          <a:xfrm>
            <a:off x="720000" y="1771812"/>
            <a:ext cx="2478000" cy="423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25" name="Google Shape;1825;p73"/>
          <p:cNvSpPr txBox="1"/>
          <p:nvPr>
            <p:ph idx="6" type="subTitle"/>
          </p:nvPr>
        </p:nvSpPr>
        <p:spPr>
          <a:xfrm>
            <a:off x="720000" y="2195088"/>
            <a:ext cx="24780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74"/>
          <p:cNvSpPr txBox="1"/>
          <p:nvPr>
            <p:ph idx="1" type="subTitle"/>
          </p:nvPr>
        </p:nvSpPr>
        <p:spPr>
          <a:xfrm>
            <a:off x="1928841" y="1699962"/>
            <a:ext cx="24780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28" name="Google Shape;1828;p74"/>
          <p:cNvSpPr txBox="1"/>
          <p:nvPr>
            <p:ph idx="2" type="subTitle"/>
          </p:nvPr>
        </p:nvSpPr>
        <p:spPr>
          <a:xfrm>
            <a:off x="1928841" y="2200987"/>
            <a:ext cx="2340900" cy="63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9" name="Google Shape;1829;p74"/>
          <p:cNvSpPr txBox="1"/>
          <p:nvPr>
            <p:ph idx="3" type="subTitle"/>
          </p:nvPr>
        </p:nvSpPr>
        <p:spPr>
          <a:xfrm>
            <a:off x="5543300" y="2200975"/>
            <a:ext cx="2343900" cy="63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0" name="Google Shape;1830;p74"/>
          <p:cNvSpPr txBox="1"/>
          <p:nvPr>
            <p:ph idx="4" type="subTitle"/>
          </p:nvPr>
        </p:nvSpPr>
        <p:spPr>
          <a:xfrm>
            <a:off x="1928841" y="3598990"/>
            <a:ext cx="2340900" cy="63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1" name="Google Shape;1831;p74"/>
          <p:cNvSpPr txBox="1"/>
          <p:nvPr>
            <p:ph idx="5" type="subTitle"/>
          </p:nvPr>
        </p:nvSpPr>
        <p:spPr>
          <a:xfrm>
            <a:off x="5543303" y="3598990"/>
            <a:ext cx="2340900" cy="63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2" name="Google Shape;1832;p7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33" name="Google Shape;1833;p74"/>
          <p:cNvSpPr txBox="1"/>
          <p:nvPr>
            <p:ph idx="6" type="subTitle"/>
          </p:nvPr>
        </p:nvSpPr>
        <p:spPr>
          <a:xfrm>
            <a:off x="1928091" y="3098962"/>
            <a:ext cx="2479500" cy="443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34" name="Google Shape;1834;p74"/>
          <p:cNvSpPr txBox="1"/>
          <p:nvPr>
            <p:ph idx="7" type="subTitle"/>
          </p:nvPr>
        </p:nvSpPr>
        <p:spPr>
          <a:xfrm>
            <a:off x="5543303" y="1699962"/>
            <a:ext cx="24780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35" name="Google Shape;1835;p74"/>
          <p:cNvSpPr txBox="1"/>
          <p:nvPr>
            <p:ph idx="8" type="subTitle"/>
          </p:nvPr>
        </p:nvSpPr>
        <p:spPr>
          <a:xfrm>
            <a:off x="5543303" y="3098962"/>
            <a:ext cx="2478000" cy="443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rgbClr val="24232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75"/>
          <p:cNvSpPr/>
          <p:nvPr/>
        </p:nvSpPr>
        <p:spPr>
          <a:xfrm>
            <a:off x="0" y="4608500"/>
            <a:ext cx="9144000" cy="534900"/>
          </a:xfrm>
          <a:prstGeom prst="rect">
            <a:avLst/>
          </a:prstGeom>
          <a:solidFill>
            <a:srgbClr val="C5C5C5">
              <a:alpha val="38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7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b="1">
                <a:solidFill>
                  <a:srgbClr val="24232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39" name="Google Shape;1839;p75"/>
          <p:cNvSpPr txBox="1"/>
          <p:nvPr>
            <p:ph idx="1" type="subTitle"/>
          </p:nvPr>
        </p:nvSpPr>
        <p:spPr>
          <a:xfrm>
            <a:off x="836150" y="2078075"/>
            <a:ext cx="2080500" cy="71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0" name="Google Shape;1840;p75"/>
          <p:cNvSpPr txBox="1"/>
          <p:nvPr>
            <p:ph idx="2" type="subTitle"/>
          </p:nvPr>
        </p:nvSpPr>
        <p:spPr>
          <a:xfrm>
            <a:off x="3529650" y="2078075"/>
            <a:ext cx="2084700" cy="71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1" name="Google Shape;1841;p75"/>
          <p:cNvSpPr txBox="1"/>
          <p:nvPr>
            <p:ph idx="3" type="subTitle"/>
          </p:nvPr>
        </p:nvSpPr>
        <p:spPr>
          <a:xfrm>
            <a:off x="6226000" y="2078075"/>
            <a:ext cx="2083200" cy="71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2" name="Google Shape;1842;p75"/>
          <p:cNvSpPr txBox="1"/>
          <p:nvPr>
            <p:ph idx="4" type="subTitle"/>
          </p:nvPr>
        </p:nvSpPr>
        <p:spPr>
          <a:xfrm>
            <a:off x="836150" y="3732688"/>
            <a:ext cx="20805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3" name="Google Shape;1843;p75"/>
          <p:cNvSpPr txBox="1"/>
          <p:nvPr>
            <p:ph idx="5" type="subTitle"/>
          </p:nvPr>
        </p:nvSpPr>
        <p:spPr>
          <a:xfrm>
            <a:off x="3529650" y="3732688"/>
            <a:ext cx="20847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4" name="Google Shape;1844;p75"/>
          <p:cNvSpPr txBox="1"/>
          <p:nvPr>
            <p:ph idx="6" type="subTitle"/>
          </p:nvPr>
        </p:nvSpPr>
        <p:spPr>
          <a:xfrm>
            <a:off x="6226000" y="3732688"/>
            <a:ext cx="20832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32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5" name="Google Shape;1845;p75"/>
          <p:cNvSpPr txBox="1"/>
          <p:nvPr>
            <p:ph idx="7" type="subTitle"/>
          </p:nvPr>
        </p:nvSpPr>
        <p:spPr>
          <a:xfrm>
            <a:off x="715100" y="1367113"/>
            <a:ext cx="23226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6" name="Google Shape;1846;p75"/>
          <p:cNvSpPr txBox="1"/>
          <p:nvPr>
            <p:ph idx="8" type="subTitle"/>
          </p:nvPr>
        </p:nvSpPr>
        <p:spPr>
          <a:xfrm>
            <a:off x="3408450" y="1367113"/>
            <a:ext cx="23271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7" name="Google Shape;1847;p75"/>
          <p:cNvSpPr txBox="1"/>
          <p:nvPr>
            <p:ph idx="9" type="subTitle"/>
          </p:nvPr>
        </p:nvSpPr>
        <p:spPr>
          <a:xfrm>
            <a:off x="6106300" y="1367113"/>
            <a:ext cx="23226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8" name="Google Shape;1848;p75"/>
          <p:cNvSpPr txBox="1"/>
          <p:nvPr>
            <p:ph idx="13" type="subTitle"/>
          </p:nvPr>
        </p:nvSpPr>
        <p:spPr>
          <a:xfrm>
            <a:off x="715100" y="3017189"/>
            <a:ext cx="23226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9" name="Google Shape;1849;p75"/>
          <p:cNvSpPr txBox="1"/>
          <p:nvPr>
            <p:ph idx="14" type="subTitle"/>
          </p:nvPr>
        </p:nvSpPr>
        <p:spPr>
          <a:xfrm>
            <a:off x="3408450" y="3017189"/>
            <a:ext cx="23271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50" name="Google Shape;1850;p75"/>
          <p:cNvSpPr txBox="1"/>
          <p:nvPr>
            <p:ph idx="15" type="subTitle"/>
          </p:nvPr>
        </p:nvSpPr>
        <p:spPr>
          <a:xfrm>
            <a:off x="6106300" y="3017189"/>
            <a:ext cx="23226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9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76"/>
          <p:cNvSpPr/>
          <p:nvPr/>
        </p:nvSpPr>
        <p:spPr>
          <a:xfrm rot="10800000">
            <a:off x="2180800" y="0"/>
            <a:ext cx="4782300" cy="5023500"/>
          </a:xfrm>
          <a:prstGeom prst="round2SameRect">
            <a:avLst>
              <a:gd fmla="val 48081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76"/>
          <p:cNvSpPr txBox="1"/>
          <p:nvPr>
            <p:ph hasCustomPrompt="1" type="title"/>
          </p:nvPr>
        </p:nvSpPr>
        <p:spPr>
          <a:xfrm>
            <a:off x="807650" y="599549"/>
            <a:ext cx="46947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54" name="Google Shape;1854;p76"/>
          <p:cNvSpPr txBox="1"/>
          <p:nvPr>
            <p:ph idx="1" type="subTitle"/>
          </p:nvPr>
        </p:nvSpPr>
        <p:spPr>
          <a:xfrm>
            <a:off x="807650" y="1435261"/>
            <a:ext cx="4694700" cy="3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5" name="Google Shape;1855;p76"/>
          <p:cNvSpPr txBox="1"/>
          <p:nvPr>
            <p:ph hasCustomPrompt="1" idx="2" type="title"/>
          </p:nvPr>
        </p:nvSpPr>
        <p:spPr>
          <a:xfrm>
            <a:off x="3687005" y="1991404"/>
            <a:ext cx="46002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56" name="Google Shape;1856;p76"/>
          <p:cNvSpPr txBox="1"/>
          <p:nvPr>
            <p:ph idx="3" type="subTitle"/>
          </p:nvPr>
        </p:nvSpPr>
        <p:spPr>
          <a:xfrm>
            <a:off x="3641705" y="2819704"/>
            <a:ext cx="46908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7" name="Google Shape;1857;p76"/>
          <p:cNvSpPr txBox="1"/>
          <p:nvPr>
            <p:ph hasCustomPrompt="1" idx="4" type="title"/>
          </p:nvPr>
        </p:nvSpPr>
        <p:spPr>
          <a:xfrm>
            <a:off x="1451750" y="3383136"/>
            <a:ext cx="46908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58" name="Google Shape;1858;p76"/>
          <p:cNvSpPr txBox="1"/>
          <p:nvPr>
            <p:ph idx="5" type="subTitle"/>
          </p:nvPr>
        </p:nvSpPr>
        <p:spPr>
          <a:xfrm>
            <a:off x="1451750" y="4211436"/>
            <a:ext cx="46908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77"/>
          <p:cNvSpPr/>
          <p:nvPr/>
        </p:nvSpPr>
        <p:spPr>
          <a:xfrm>
            <a:off x="186363" y="119950"/>
            <a:ext cx="4782300" cy="5023800"/>
          </a:xfrm>
          <a:prstGeom prst="round2SameRect">
            <a:avLst>
              <a:gd fmla="val 48081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1" name="Google Shape;1861;p77"/>
          <p:cNvGrpSpPr/>
          <p:nvPr/>
        </p:nvGrpSpPr>
        <p:grpSpPr>
          <a:xfrm>
            <a:off x="708480" y="224350"/>
            <a:ext cx="3738190" cy="5905198"/>
            <a:chOff x="2724688" y="224350"/>
            <a:chExt cx="3738190" cy="5905198"/>
          </a:xfrm>
        </p:grpSpPr>
        <p:sp>
          <p:nvSpPr>
            <p:cNvPr id="1862" name="Google Shape;1862;p77"/>
            <p:cNvSpPr/>
            <p:nvPr/>
          </p:nvSpPr>
          <p:spPr>
            <a:xfrm>
              <a:off x="2724688" y="224350"/>
              <a:ext cx="3738190" cy="5905198"/>
            </a:xfrm>
            <a:custGeom>
              <a:rect b="b" l="l" r="r" t="t"/>
              <a:pathLst>
                <a:path extrusionOk="0" h="91105" w="50593">
                  <a:moveTo>
                    <a:pt x="3773" y="1"/>
                  </a:moveTo>
                  <a:cubicBezTo>
                    <a:pt x="1682" y="1"/>
                    <a:pt x="1" y="1691"/>
                    <a:pt x="1" y="3773"/>
                  </a:cubicBezTo>
                  <a:lnTo>
                    <a:pt x="1" y="87333"/>
                  </a:lnTo>
                  <a:cubicBezTo>
                    <a:pt x="1" y="89423"/>
                    <a:pt x="1691" y="91105"/>
                    <a:pt x="3773" y="91105"/>
                  </a:cubicBezTo>
                  <a:lnTo>
                    <a:pt x="45657" y="91105"/>
                  </a:lnTo>
                  <a:cubicBezTo>
                    <a:pt x="47748" y="91105"/>
                    <a:pt x="49429" y="89414"/>
                    <a:pt x="49429" y="87333"/>
                  </a:cubicBezTo>
                  <a:lnTo>
                    <a:pt x="49429" y="31269"/>
                  </a:lnTo>
                  <a:lnTo>
                    <a:pt x="49748" y="31269"/>
                  </a:lnTo>
                  <a:cubicBezTo>
                    <a:pt x="50593" y="31269"/>
                    <a:pt x="50475" y="30578"/>
                    <a:pt x="50475" y="29723"/>
                  </a:cubicBezTo>
                  <a:lnTo>
                    <a:pt x="50475" y="23997"/>
                  </a:lnTo>
                  <a:cubicBezTo>
                    <a:pt x="50475" y="23143"/>
                    <a:pt x="50593" y="22452"/>
                    <a:pt x="49748" y="22452"/>
                  </a:cubicBezTo>
                  <a:lnTo>
                    <a:pt x="49429" y="22452"/>
                  </a:lnTo>
                  <a:lnTo>
                    <a:pt x="49429" y="21043"/>
                  </a:lnTo>
                  <a:lnTo>
                    <a:pt x="49748" y="21043"/>
                  </a:lnTo>
                  <a:cubicBezTo>
                    <a:pt x="50593" y="21043"/>
                    <a:pt x="50475" y="20352"/>
                    <a:pt x="50475" y="19498"/>
                  </a:cubicBezTo>
                  <a:lnTo>
                    <a:pt x="50475" y="13771"/>
                  </a:lnTo>
                  <a:cubicBezTo>
                    <a:pt x="50475" y="12917"/>
                    <a:pt x="50593" y="12226"/>
                    <a:pt x="49748" y="12226"/>
                  </a:cubicBezTo>
                  <a:lnTo>
                    <a:pt x="49429" y="12226"/>
                  </a:lnTo>
                  <a:lnTo>
                    <a:pt x="49429" y="3773"/>
                  </a:lnTo>
                  <a:cubicBezTo>
                    <a:pt x="49429" y="1682"/>
                    <a:pt x="47730" y="1"/>
                    <a:pt x="45657" y="1"/>
                  </a:cubicBezTo>
                  <a:close/>
                </a:path>
              </a:pathLst>
            </a:custGeom>
            <a:solidFill>
              <a:srgbClr val="E2AB5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77"/>
            <p:cNvSpPr/>
            <p:nvPr/>
          </p:nvSpPr>
          <p:spPr>
            <a:xfrm>
              <a:off x="4487687" y="345750"/>
              <a:ext cx="136765" cy="137283"/>
            </a:xfrm>
            <a:custGeom>
              <a:rect b="b" l="l" r="r" t="t"/>
              <a:pathLst>
                <a:path extrusionOk="0" h="2118" w="2110">
                  <a:moveTo>
                    <a:pt x="1055" y="0"/>
                  </a:moveTo>
                  <a:cubicBezTo>
                    <a:pt x="473" y="0"/>
                    <a:pt x="1" y="482"/>
                    <a:pt x="1" y="1054"/>
                  </a:cubicBezTo>
                  <a:cubicBezTo>
                    <a:pt x="1" y="1636"/>
                    <a:pt x="473" y="2118"/>
                    <a:pt x="1055" y="2118"/>
                  </a:cubicBezTo>
                  <a:cubicBezTo>
                    <a:pt x="1637" y="2118"/>
                    <a:pt x="2109" y="1636"/>
                    <a:pt x="2109" y="1054"/>
                  </a:cubicBezTo>
                  <a:cubicBezTo>
                    <a:pt x="2109" y="482"/>
                    <a:pt x="1646" y="0"/>
                    <a:pt x="1055" y="0"/>
                  </a:cubicBezTo>
                  <a:close/>
                </a:path>
              </a:pathLst>
            </a:custGeom>
            <a:solidFill>
              <a:srgbClr val="262626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77"/>
            <p:cNvSpPr/>
            <p:nvPr/>
          </p:nvSpPr>
          <p:spPr>
            <a:xfrm>
              <a:off x="2928172" y="414067"/>
              <a:ext cx="3245952" cy="5524590"/>
            </a:xfrm>
            <a:custGeom>
              <a:rect b="b" l="l" r="r" t="t"/>
              <a:pathLst>
                <a:path extrusionOk="0" h="85233" w="43931">
                  <a:moveTo>
                    <a:pt x="2210" y="0"/>
                  </a:moveTo>
                  <a:cubicBezTo>
                    <a:pt x="982" y="0"/>
                    <a:pt x="1" y="991"/>
                    <a:pt x="1" y="2218"/>
                  </a:cubicBezTo>
                  <a:lnTo>
                    <a:pt x="1" y="83015"/>
                  </a:lnTo>
                  <a:cubicBezTo>
                    <a:pt x="1" y="84242"/>
                    <a:pt x="982" y="85233"/>
                    <a:pt x="2210" y="85233"/>
                  </a:cubicBezTo>
                  <a:lnTo>
                    <a:pt x="41722" y="85233"/>
                  </a:lnTo>
                  <a:cubicBezTo>
                    <a:pt x="42949" y="85233"/>
                    <a:pt x="43930" y="84242"/>
                    <a:pt x="43930" y="83015"/>
                  </a:cubicBezTo>
                  <a:lnTo>
                    <a:pt x="43930" y="2227"/>
                  </a:lnTo>
                  <a:cubicBezTo>
                    <a:pt x="43930" y="1000"/>
                    <a:pt x="42949" y="0"/>
                    <a:pt x="41722" y="0"/>
                  </a:cubicBezTo>
                  <a:lnTo>
                    <a:pt x="24170" y="0"/>
                  </a:lnTo>
                  <a:cubicBezTo>
                    <a:pt x="24170" y="1218"/>
                    <a:pt x="23188" y="2218"/>
                    <a:pt x="21970" y="2218"/>
                  </a:cubicBezTo>
                  <a:cubicBezTo>
                    <a:pt x="20752" y="2218"/>
                    <a:pt x="19752" y="1227"/>
                    <a:pt x="19752" y="0"/>
                  </a:cubicBezTo>
                  <a:close/>
                </a:path>
              </a:pathLst>
            </a:custGeom>
            <a:solidFill>
              <a:srgbClr val="EDE7E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77"/>
            <p:cNvSpPr/>
            <p:nvPr/>
          </p:nvSpPr>
          <p:spPr>
            <a:xfrm>
              <a:off x="2928172" y="414067"/>
              <a:ext cx="3247282" cy="344116"/>
            </a:xfrm>
            <a:custGeom>
              <a:rect b="b" l="l" r="r" t="t"/>
              <a:pathLst>
                <a:path extrusionOk="0" h="5309" w="43949">
                  <a:moveTo>
                    <a:pt x="2210" y="0"/>
                  </a:moveTo>
                  <a:cubicBezTo>
                    <a:pt x="982" y="0"/>
                    <a:pt x="1" y="991"/>
                    <a:pt x="1" y="2218"/>
                  </a:cubicBezTo>
                  <a:lnTo>
                    <a:pt x="1" y="5309"/>
                  </a:lnTo>
                  <a:lnTo>
                    <a:pt x="43949" y="5309"/>
                  </a:lnTo>
                  <a:lnTo>
                    <a:pt x="43949" y="2218"/>
                  </a:lnTo>
                  <a:cubicBezTo>
                    <a:pt x="43930" y="1000"/>
                    <a:pt x="42949" y="0"/>
                    <a:pt x="41722" y="0"/>
                  </a:cubicBezTo>
                  <a:lnTo>
                    <a:pt x="24170" y="0"/>
                  </a:lnTo>
                  <a:cubicBezTo>
                    <a:pt x="24170" y="1218"/>
                    <a:pt x="23188" y="2218"/>
                    <a:pt x="21970" y="2218"/>
                  </a:cubicBezTo>
                  <a:cubicBezTo>
                    <a:pt x="20752" y="2218"/>
                    <a:pt x="19752" y="1227"/>
                    <a:pt x="19752" y="0"/>
                  </a:cubicBezTo>
                  <a:close/>
                </a:path>
              </a:pathLst>
            </a:custGeom>
            <a:solidFill>
              <a:srgbClr val="E2AB5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77"/>
            <p:cNvSpPr/>
            <p:nvPr/>
          </p:nvSpPr>
          <p:spPr>
            <a:xfrm>
              <a:off x="5748491" y="486531"/>
              <a:ext cx="45437" cy="45437"/>
            </a:xfrm>
            <a:custGeom>
              <a:rect b="b" l="l" r="r" t="t"/>
              <a:pathLst>
                <a:path extrusionOk="0" h="701" w="701">
                  <a:moveTo>
                    <a:pt x="346" y="0"/>
                  </a:moveTo>
                  <a:cubicBezTo>
                    <a:pt x="155" y="0"/>
                    <a:pt x="0" y="155"/>
                    <a:pt x="0" y="355"/>
                  </a:cubicBezTo>
                  <a:cubicBezTo>
                    <a:pt x="0" y="546"/>
                    <a:pt x="155" y="700"/>
                    <a:pt x="346" y="700"/>
                  </a:cubicBezTo>
                  <a:cubicBezTo>
                    <a:pt x="546" y="700"/>
                    <a:pt x="700" y="546"/>
                    <a:pt x="700" y="355"/>
                  </a:cubicBezTo>
                  <a:cubicBezTo>
                    <a:pt x="700" y="155"/>
                    <a:pt x="546" y="0"/>
                    <a:pt x="346" y="0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77"/>
            <p:cNvSpPr/>
            <p:nvPr/>
          </p:nvSpPr>
          <p:spPr>
            <a:xfrm>
              <a:off x="5748491" y="563727"/>
              <a:ext cx="45437" cy="46020"/>
            </a:xfrm>
            <a:custGeom>
              <a:rect b="b" l="l" r="r" t="t"/>
              <a:pathLst>
                <a:path extrusionOk="0" h="710" w="701">
                  <a:moveTo>
                    <a:pt x="346" y="0"/>
                  </a:moveTo>
                  <a:cubicBezTo>
                    <a:pt x="155" y="0"/>
                    <a:pt x="0" y="164"/>
                    <a:pt x="0" y="355"/>
                  </a:cubicBezTo>
                  <a:cubicBezTo>
                    <a:pt x="0" y="546"/>
                    <a:pt x="155" y="709"/>
                    <a:pt x="346" y="709"/>
                  </a:cubicBezTo>
                  <a:cubicBezTo>
                    <a:pt x="546" y="709"/>
                    <a:pt x="700" y="546"/>
                    <a:pt x="700" y="355"/>
                  </a:cubicBezTo>
                  <a:cubicBezTo>
                    <a:pt x="700" y="164"/>
                    <a:pt x="546" y="9"/>
                    <a:pt x="346" y="0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77"/>
            <p:cNvSpPr/>
            <p:nvPr/>
          </p:nvSpPr>
          <p:spPr>
            <a:xfrm>
              <a:off x="5748491" y="640858"/>
              <a:ext cx="45437" cy="46020"/>
            </a:xfrm>
            <a:custGeom>
              <a:rect b="b" l="l" r="r" t="t"/>
              <a:pathLst>
                <a:path extrusionOk="0" h="710" w="701">
                  <a:moveTo>
                    <a:pt x="346" y="1"/>
                  </a:moveTo>
                  <a:cubicBezTo>
                    <a:pt x="155" y="1"/>
                    <a:pt x="0" y="164"/>
                    <a:pt x="0" y="355"/>
                  </a:cubicBezTo>
                  <a:cubicBezTo>
                    <a:pt x="0" y="546"/>
                    <a:pt x="155" y="710"/>
                    <a:pt x="346" y="710"/>
                  </a:cubicBezTo>
                  <a:cubicBezTo>
                    <a:pt x="546" y="710"/>
                    <a:pt x="700" y="546"/>
                    <a:pt x="700" y="355"/>
                  </a:cubicBezTo>
                  <a:cubicBezTo>
                    <a:pt x="700" y="164"/>
                    <a:pt x="546" y="19"/>
                    <a:pt x="346" y="1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77"/>
            <p:cNvSpPr/>
            <p:nvPr/>
          </p:nvSpPr>
          <p:spPr>
            <a:xfrm flipH="1" rot="10800000">
              <a:off x="3283492" y="2315399"/>
              <a:ext cx="2577016" cy="45625"/>
            </a:xfrm>
            <a:custGeom>
              <a:rect b="b" l="l" r="r" t="t"/>
              <a:pathLst>
                <a:path extrusionOk="0" fill="none" h="1" w="49302">
                  <a:moveTo>
                    <a:pt x="1" y="1"/>
                  </a:moveTo>
                  <a:lnTo>
                    <a:pt x="49302" y="1"/>
                  </a:lnTo>
                </a:path>
              </a:pathLst>
            </a:custGeom>
            <a:noFill/>
            <a:ln cap="rnd" cmpd="sng" w="17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0" name="Google Shape;1870;p77"/>
          <p:cNvSpPr/>
          <p:nvPr/>
        </p:nvSpPr>
        <p:spPr>
          <a:xfrm>
            <a:off x="3705103" y="3340747"/>
            <a:ext cx="4723160" cy="795373"/>
          </a:xfrm>
          <a:custGeom>
            <a:rect b="b" l="l" r="r" t="t"/>
            <a:pathLst>
              <a:path extrusionOk="0" h="11817" w="81843">
                <a:moveTo>
                  <a:pt x="1" y="1"/>
                </a:moveTo>
                <a:lnTo>
                  <a:pt x="3782" y="2918"/>
                </a:lnTo>
                <a:lnTo>
                  <a:pt x="3782" y="8590"/>
                </a:lnTo>
                <a:cubicBezTo>
                  <a:pt x="3782" y="10372"/>
                  <a:pt x="5227" y="11817"/>
                  <a:pt x="7009" y="11817"/>
                </a:cubicBezTo>
                <a:lnTo>
                  <a:pt x="78598" y="11817"/>
                </a:lnTo>
                <a:cubicBezTo>
                  <a:pt x="80379" y="11817"/>
                  <a:pt x="81824" y="10372"/>
                  <a:pt x="81824" y="8590"/>
                </a:cubicBezTo>
                <a:lnTo>
                  <a:pt x="81824" y="3227"/>
                </a:lnTo>
                <a:cubicBezTo>
                  <a:pt x="81843" y="1437"/>
                  <a:pt x="80388" y="1"/>
                  <a:pt x="78598" y="1"/>
                </a:cubicBezTo>
                <a:close/>
              </a:path>
            </a:pathLst>
          </a:cu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77"/>
          <p:cNvSpPr txBox="1"/>
          <p:nvPr/>
        </p:nvSpPr>
        <p:spPr>
          <a:xfrm>
            <a:off x="4057650" y="3379200"/>
            <a:ext cx="41667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4232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100">
                <a:solidFill>
                  <a:schemeClr val="dk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42321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100">
                <a:solidFill>
                  <a:schemeClr val="dk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42321"/>
                </a:solidFill>
                <a:latin typeface="Lato"/>
                <a:ea typeface="Lato"/>
                <a:cs typeface="Lato"/>
                <a:sym typeface="Lato"/>
              </a:rPr>
              <a:t>, infographics &amp; images by</a:t>
            </a:r>
            <a:r>
              <a:rPr lang="en" sz="1100">
                <a:solidFill>
                  <a:srgbClr val="24232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>
                <a:solidFill>
                  <a:schemeClr val="dk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rgbClr val="24232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100">
              <a:solidFill>
                <a:srgbClr val="24232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2" name="Google Shape;1872;p77"/>
          <p:cNvSpPr txBox="1"/>
          <p:nvPr>
            <p:ph type="ctrTitle"/>
          </p:nvPr>
        </p:nvSpPr>
        <p:spPr>
          <a:xfrm>
            <a:off x="925000" y="1182350"/>
            <a:ext cx="3218400" cy="9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73" name="Google Shape;1873;p77"/>
          <p:cNvSpPr txBox="1"/>
          <p:nvPr>
            <p:ph idx="1" type="subTitle"/>
          </p:nvPr>
        </p:nvSpPr>
        <p:spPr>
          <a:xfrm>
            <a:off x="925000" y="2487625"/>
            <a:ext cx="3218400" cy="117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78"/>
          <p:cNvSpPr/>
          <p:nvPr/>
        </p:nvSpPr>
        <p:spPr>
          <a:xfrm rot="-5400000">
            <a:off x="7086806" y="224956"/>
            <a:ext cx="4635500" cy="4185563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78"/>
          <p:cNvSpPr/>
          <p:nvPr/>
        </p:nvSpPr>
        <p:spPr>
          <a:xfrm flipH="1" rot="5400000">
            <a:off x="-2578306" y="224956"/>
            <a:ext cx="4635500" cy="4185563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78"/>
          <p:cNvSpPr/>
          <p:nvPr/>
        </p:nvSpPr>
        <p:spPr>
          <a:xfrm flipH="1" rot="10800000">
            <a:off x="0" y="4613425"/>
            <a:ext cx="91440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accent5"/>
        </a:solidFill>
      </p:bgPr>
    </p:bg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79"/>
          <p:cNvSpPr/>
          <p:nvPr/>
        </p:nvSpPr>
        <p:spPr>
          <a:xfrm flipH="1" rot="10800000">
            <a:off x="0" y="113838"/>
            <a:ext cx="9144000" cy="3570125"/>
          </a:xfrm>
          <a:prstGeom prst="flowChartManualInpu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79"/>
          <p:cNvSpPr/>
          <p:nvPr/>
        </p:nvSpPr>
        <p:spPr>
          <a:xfrm rot="10800000">
            <a:off x="0" y="-1547787"/>
            <a:ext cx="9144000" cy="3570125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79"/>
          <p:cNvSpPr/>
          <p:nvPr/>
        </p:nvSpPr>
        <p:spPr>
          <a:xfrm rot="-5400000">
            <a:off x="6296400" y="2303300"/>
            <a:ext cx="51510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79"/>
          <p:cNvSpPr/>
          <p:nvPr/>
        </p:nvSpPr>
        <p:spPr>
          <a:xfrm flipH="1" rot="5400000">
            <a:off x="-2303500" y="2303300"/>
            <a:ext cx="5151000" cy="54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3" name="Google Shape;1883;p79"/>
          <p:cNvGrpSpPr/>
          <p:nvPr/>
        </p:nvGrpSpPr>
        <p:grpSpPr>
          <a:xfrm>
            <a:off x="775238" y="3888866"/>
            <a:ext cx="7593524" cy="457295"/>
            <a:chOff x="-37025" y="4000475"/>
            <a:chExt cx="5739625" cy="345650"/>
          </a:xfrm>
        </p:grpSpPr>
        <p:grpSp>
          <p:nvGrpSpPr>
            <p:cNvPr id="1884" name="Google Shape;1884;p79"/>
            <p:cNvGrpSpPr/>
            <p:nvPr/>
          </p:nvGrpSpPr>
          <p:grpSpPr>
            <a:xfrm>
              <a:off x="3892925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1885" name="Google Shape;1885;p79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886" name="Google Shape;1886;p79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7" name="Google Shape;1887;p79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8" name="Google Shape;1888;p79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9" name="Google Shape;1889;p79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0" name="Google Shape;1890;p79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1" name="Google Shape;1891;p79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2" name="Google Shape;1892;p79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93" name="Google Shape;1893;p79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894" name="Google Shape;1894;p79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5" name="Google Shape;1895;p79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6" name="Google Shape;1896;p79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7" name="Google Shape;1897;p79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8" name="Google Shape;1898;p79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9" name="Google Shape;1899;p79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0" name="Google Shape;1900;p79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01" name="Google Shape;1901;p79"/>
            <p:cNvGrpSpPr/>
            <p:nvPr/>
          </p:nvGrpSpPr>
          <p:grpSpPr>
            <a:xfrm>
              <a:off x="1927950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1902" name="Google Shape;1902;p79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903" name="Google Shape;1903;p79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4" name="Google Shape;1904;p79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5" name="Google Shape;1905;p79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6" name="Google Shape;1906;p79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7" name="Google Shape;1907;p79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8" name="Google Shape;1908;p79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9" name="Google Shape;1909;p79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10" name="Google Shape;1910;p79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911" name="Google Shape;1911;p79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2" name="Google Shape;1912;p79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3" name="Google Shape;1913;p79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4" name="Google Shape;1914;p79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5" name="Google Shape;1915;p79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6" name="Google Shape;1916;p79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7" name="Google Shape;1917;p79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18" name="Google Shape;1918;p79"/>
            <p:cNvGrpSpPr/>
            <p:nvPr/>
          </p:nvGrpSpPr>
          <p:grpSpPr>
            <a:xfrm>
              <a:off x="-37025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1919" name="Google Shape;1919;p79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920" name="Google Shape;1920;p79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1" name="Google Shape;1921;p79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2" name="Google Shape;1922;p79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3" name="Google Shape;1923;p79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4" name="Google Shape;1924;p79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5" name="Google Shape;1925;p79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6" name="Google Shape;1926;p79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27" name="Google Shape;1927;p79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1928" name="Google Shape;1928;p79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9" name="Google Shape;1929;p79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0" name="Google Shape;1930;p79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1" name="Google Shape;1931;p79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2" name="Google Shape;1932;p79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3" name="Google Shape;1933;p79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4" name="Google Shape;1934;p79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F724B">
                    <a:alpha val="595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67.xml"/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70.xml"/><Relationship Id="rId25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1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73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55.xml"/><Relationship Id="rId33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4.xml"/><Relationship Id="rId32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6.xml"/><Relationship Id="rId34" Type="http://schemas.openxmlformats.org/officeDocument/2006/relationships/theme" Target="../theme/theme4.xml"/><Relationship Id="rId15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chivo Black"/>
              <a:buNone/>
              <a:defRPr sz="3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chivo Black"/>
              <a:buNone/>
              <a:defRPr sz="3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 Black"/>
              <a:buNone/>
              <a:defRPr sz="35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995" name="Google Shape;995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adobe.com/products/firefly.html" TargetMode="External"/><Relationship Id="rId4" Type="http://schemas.openxmlformats.org/officeDocument/2006/relationships/hyperlink" Target="https://runway.com/research/introducing-runway-gen-4" TargetMode="External"/><Relationship Id="rId9" Type="http://schemas.openxmlformats.org/officeDocument/2006/relationships/hyperlink" Target="https://support.google.com/youtube/answer/14328491?hl=en" TargetMode="External"/><Relationship Id="rId5" Type="http://schemas.openxmlformats.org/officeDocument/2006/relationships/hyperlink" Target="https://apnews.com/article/3b5d40e4c2e20f7a4d34f1f5d4907ba7" TargetMode="External"/><Relationship Id="rId6" Type="http://schemas.openxmlformats.org/officeDocument/2006/relationships/hyperlink" Target="https://www.awn.com/news/metaphysic-de-ages-robert-zemeckis-here-generative-ai" TargetMode="External"/><Relationship Id="rId7" Type="http://schemas.openxmlformats.org/officeDocument/2006/relationships/hyperlink" Target="https://runway.com/news/company-news/runway-and-lionsgate-expand-partnership" TargetMode="External"/><Relationship Id="rId8" Type="http://schemas.openxmlformats.org/officeDocument/2006/relationships/hyperlink" Target="https://www.reuters.com/business/media-telecom/netflix-says-it-used-genai-argentine-tv-series-2025-07-17/" TargetMode="External"/><Relationship Id="rId10" Type="http://schemas.openxmlformats.org/officeDocument/2006/relationships/hyperlink" Target="https://apnews.com/article/048576144e7a0fa9b4827520dd269a3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www.theguardian.com/technology/2025/aug/11/cat-soap-operas-and-babies-trapped-in-space-the-ai-slop-taking-over-youtube" TargetMode="External"/><Relationship Id="rId9" Type="http://schemas.openxmlformats.org/officeDocument/2006/relationships/hyperlink" Target="https://www.trade.gov/media-entertainment" TargetMode="External"/><Relationship Id="rId5" Type="http://schemas.openxmlformats.org/officeDocument/2006/relationships/hyperlink" Target="https://www.theguardian.com/technology/2025/aug/11/cat-soap-operas-and-babies-trapped-in-space-the-ai-slop-taking-over-youtube" TargetMode="External"/><Relationship Id="rId6" Type="http://schemas.openxmlformats.org/officeDocument/2006/relationships/hyperlink" Target="https://www.kapwing.com/blog/ai-slop-report-the-global-rise-of-low-quality-ai-videos/" TargetMode="External"/><Relationship Id="rId7" Type="http://schemas.openxmlformats.org/officeDocument/2006/relationships/hyperlink" Target="https://www.kapwing.com/blog/ai-slop-report-the-global-rise-of-low-quality-ai-videos/" TargetMode="External"/><Relationship Id="rId8" Type="http://schemas.openxmlformats.org/officeDocument/2006/relationships/hyperlink" Target="https://www.trade.gov/media-entertainment" TargetMode="External"/><Relationship Id="rId11" Type="http://schemas.openxmlformats.org/officeDocument/2006/relationships/hyperlink" Target="https://www.motionpictures.org/advocacy/driving-local-economies/" TargetMode="External"/><Relationship Id="rId10" Type="http://schemas.openxmlformats.org/officeDocument/2006/relationships/hyperlink" Target="https://www.motionpictures.org/advocacy/driving-local-economies/" TargetMode="External"/><Relationship Id="rId13" Type="http://schemas.openxmlformats.org/officeDocument/2006/relationships/hyperlink" Target="https://bja.ojp.gov/sites/bja/files/media/document/final-video-evidence-primer-for-prosecutors.pdf" TargetMode="External"/><Relationship Id="rId12" Type="http://schemas.openxmlformats.org/officeDocument/2006/relationships/hyperlink" Target="https://bja.ojp.gov/sites/bja/files/media/document/final-video-evidence-primer-for-prosecutors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81"/>
          <p:cNvSpPr txBox="1"/>
          <p:nvPr>
            <p:ph type="title"/>
          </p:nvPr>
        </p:nvSpPr>
        <p:spPr>
          <a:xfrm>
            <a:off x="1465275" y="1498175"/>
            <a:ext cx="6213300" cy="262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AI-Generated Media and Entertainment</a:t>
            </a:r>
            <a:endParaRPr sz="5000"/>
          </a:p>
        </p:txBody>
      </p:sp>
      <p:sp>
        <p:nvSpPr>
          <p:cNvPr id="1941" name="Google Shape;1941;p81"/>
          <p:cNvSpPr txBox="1"/>
          <p:nvPr>
            <p:ph idx="1" type="subTitle"/>
          </p:nvPr>
        </p:nvSpPr>
        <p:spPr>
          <a:xfrm>
            <a:off x="1802475" y="4151585"/>
            <a:ext cx="5538900" cy="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Sung, Flora Huang, Steven Li, Owen Bartlett</a:t>
            </a:r>
            <a:endParaRPr/>
          </a:p>
        </p:txBody>
      </p:sp>
      <p:grpSp>
        <p:nvGrpSpPr>
          <p:cNvPr id="1942" name="Google Shape;1942;p81"/>
          <p:cNvGrpSpPr/>
          <p:nvPr/>
        </p:nvGrpSpPr>
        <p:grpSpPr>
          <a:xfrm>
            <a:off x="-77500" y="2832439"/>
            <a:ext cx="1244050" cy="1295100"/>
            <a:chOff x="-77428" y="1924189"/>
            <a:chExt cx="1244050" cy="1295100"/>
          </a:xfrm>
        </p:grpSpPr>
        <p:grpSp>
          <p:nvGrpSpPr>
            <p:cNvPr id="1943" name="Google Shape;1943;p81"/>
            <p:cNvGrpSpPr/>
            <p:nvPr/>
          </p:nvGrpSpPr>
          <p:grpSpPr>
            <a:xfrm>
              <a:off x="-77428" y="2633569"/>
              <a:ext cx="1244050" cy="112800"/>
              <a:chOff x="2273100" y="3750025"/>
              <a:chExt cx="1244050" cy="112800"/>
            </a:xfrm>
          </p:grpSpPr>
          <p:sp>
            <p:nvSpPr>
              <p:cNvPr id="1944" name="Google Shape;1944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9" name="Google Shape;1949;p81"/>
            <p:cNvGrpSpPr/>
            <p:nvPr/>
          </p:nvGrpSpPr>
          <p:grpSpPr>
            <a:xfrm>
              <a:off x="-77428" y="2397109"/>
              <a:ext cx="1244050" cy="112800"/>
              <a:chOff x="2273100" y="3750025"/>
              <a:chExt cx="1244050" cy="112800"/>
            </a:xfrm>
          </p:grpSpPr>
          <p:sp>
            <p:nvSpPr>
              <p:cNvPr id="1950" name="Google Shape;1950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5" name="Google Shape;1955;p81"/>
            <p:cNvGrpSpPr/>
            <p:nvPr/>
          </p:nvGrpSpPr>
          <p:grpSpPr>
            <a:xfrm>
              <a:off x="-77428" y="3106489"/>
              <a:ext cx="1244050" cy="112800"/>
              <a:chOff x="2273100" y="3750025"/>
              <a:chExt cx="1244050" cy="112800"/>
            </a:xfrm>
          </p:grpSpPr>
          <p:sp>
            <p:nvSpPr>
              <p:cNvPr id="1956" name="Google Shape;1956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1" name="Google Shape;1961;p81"/>
            <p:cNvGrpSpPr/>
            <p:nvPr/>
          </p:nvGrpSpPr>
          <p:grpSpPr>
            <a:xfrm>
              <a:off x="-77428" y="2870029"/>
              <a:ext cx="1244050" cy="112800"/>
              <a:chOff x="2273100" y="3750025"/>
              <a:chExt cx="1244050" cy="112800"/>
            </a:xfrm>
          </p:grpSpPr>
          <p:sp>
            <p:nvSpPr>
              <p:cNvPr id="1962" name="Google Shape;1962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7" name="Google Shape;1967;p81"/>
            <p:cNvGrpSpPr/>
            <p:nvPr/>
          </p:nvGrpSpPr>
          <p:grpSpPr>
            <a:xfrm>
              <a:off x="-77428" y="2160649"/>
              <a:ext cx="1244050" cy="112800"/>
              <a:chOff x="2273100" y="3750025"/>
              <a:chExt cx="1244050" cy="112800"/>
            </a:xfrm>
          </p:grpSpPr>
          <p:sp>
            <p:nvSpPr>
              <p:cNvPr id="1968" name="Google Shape;1968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3" name="Google Shape;1973;p81"/>
            <p:cNvGrpSpPr/>
            <p:nvPr/>
          </p:nvGrpSpPr>
          <p:grpSpPr>
            <a:xfrm>
              <a:off x="-77428" y="1924189"/>
              <a:ext cx="1244050" cy="112800"/>
              <a:chOff x="2273100" y="3750025"/>
              <a:chExt cx="1244050" cy="112800"/>
            </a:xfrm>
          </p:grpSpPr>
          <p:sp>
            <p:nvSpPr>
              <p:cNvPr id="1974" name="Google Shape;1974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79" name="Google Shape;1979;p81"/>
          <p:cNvGrpSpPr/>
          <p:nvPr/>
        </p:nvGrpSpPr>
        <p:grpSpPr>
          <a:xfrm>
            <a:off x="7977450" y="2832439"/>
            <a:ext cx="1244050" cy="1295100"/>
            <a:chOff x="-77428" y="1924189"/>
            <a:chExt cx="1244050" cy="1295100"/>
          </a:xfrm>
        </p:grpSpPr>
        <p:grpSp>
          <p:nvGrpSpPr>
            <p:cNvPr id="1980" name="Google Shape;1980;p81"/>
            <p:cNvGrpSpPr/>
            <p:nvPr/>
          </p:nvGrpSpPr>
          <p:grpSpPr>
            <a:xfrm>
              <a:off x="-77428" y="2633569"/>
              <a:ext cx="1244050" cy="112800"/>
              <a:chOff x="2273100" y="3750025"/>
              <a:chExt cx="1244050" cy="112800"/>
            </a:xfrm>
          </p:grpSpPr>
          <p:sp>
            <p:nvSpPr>
              <p:cNvPr id="1981" name="Google Shape;1981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6" name="Google Shape;1986;p81"/>
            <p:cNvGrpSpPr/>
            <p:nvPr/>
          </p:nvGrpSpPr>
          <p:grpSpPr>
            <a:xfrm>
              <a:off x="-77428" y="2397109"/>
              <a:ext cx="1244050" cy="112800"/>
              <a:chOff x="2273100" y="3750025"/>
              <a:chExt cx="1244050" cy="112800"/>
            </a:xfrm>
          </p:grpSpPr>
          <p:sp>
            <p:nvSpPr>
              <p:cNvPr id="1987" name="Google Shape;1987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2" name="Google Shape;1992;p81"/>
            <p:cNvGrpSpPr/>
            <p:nvPr/>
          </p:nvGrpSpPr>
          <p:grpSpPr>
            <a:xfrm>
              <a:off x="-77428" y="3106489"/>
              <a:ext cx="1244050" cy="112800"/>
              <a:chOff x="2273100" y="3750025"/>
              <a:chExt cx="1244050" cy="112800"/>
            </a:xfrm>
          </p:grpSpPr>
          <p:sp>
            <p:nvSpPr>
              <p:cNvPr id="1993" name="Google Shape;1993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8" name="Google Shape;1998;p81"/>
            <p:cNvGrpSpPr/>
            <p:nvPr/>
          </p:nvGrpSpPr>
          <p:grpSpPr>
            <a:xfrm>
              <a:off x="-77428" y="2870029"/>
              <a:ext cx="1244050" cy="112800"/>
              <a:chOff x="2273100" y="3750025"/>
              <a:chExt cx="1244050" cy="112800"/>
            </a:xfrm>
          </p:grpSpPr>
          <p:sp>
            <p:nvSpPr>
              <p:cNvPr id="1999" name="Google Shape;1999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4" name="Google Shape;2004;p81"/>
            <p:cNvGrpSpPr/>
            <p:nvPr/>
          </p:nvGrpSpPr>
          <p:grpSpPr>
            <a:xfrm>
              <a:off x="-77428" y="2160649"/>
              <a:ext cx="1244050" cy="112800"/>
              <a:chOff x="2273100" y="3750025"/>
              <a:chExt cx="1244050" cy="112800"/>
            </a:xfrm>
          </p:grpSpPr>
          <p:sp>
            <p:nvSpPr>
              <p:cNvPr id="2005" name="Google Shape;2005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0" name="Google Shape;2010;p81"/>
            <p:cNvGrpSpPr/>
            <p:nvPr/>
          </p:nvGrpSpPr>
          <p:grpSpPr>
            <a:xfrm>
              <a:off x="-77428" y="1924189"/>
              <a:ext cx="1244050" cy="112800"/>
              <a:chOff x="2273100" y="3750025"/>
              <a:chExt cx="1244050" cy="112800"/>
            </a:xfrm>
          </p:grpSpPr>
          <p:sp>
            <p:nvSpPr>
              <p:cNvPr id="2011" name="Google Shape;2011;p81"/>
              <p:cNvSpPr/>
              <p:nvPr/>
            </p:nvSpPr>
            <p:spPr>
              <a:xfrm>
                <a:off x="340435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81"/>
              <p:cNvSpPr/>
              <p:nvPr/>
            </p:nvSpPr>
            <p:spPr>
              <a:xfrm>
                <a:off x="3121538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81"/>
              <p:cNvSpPr/>
              <p:nvPr/>
            </p:nvSpPr>
            <p:spPr>
              <a:xfrm>
                <a:off x="2838725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81"/>
              <p:cNvSpPr/>
              <p:nvPr/>
            </p:nvSpPr>
            <p:spPr>
              <a:xfrm>
                <a:off x="2555913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81"/>
              <p:cNvSpPr/>
              <p:nvPr/>
            </p:nvSpPr>
            <p:spPr>
              <a:xfrm>
                <a:off x="2273100" y="3750025"/>
                <a:ext cx="112800" cy="112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82"/>
          <p:cNvSpPr/>
          <p:nvPr/>
        </p:nvSpPr>
        <p:spPr>
          <a:xfrm>
            <a:off x="0" y="626867"/>
            <a:ext cx="7285200" cy="592800"/>
          </a:xfrm>
          <a:prstGeom prst="rect">
            <a:avLst/>
          </a:prstGeom>
          <a:solidFill>
            <a:srgbClr val="C44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82"/>
          <p:cNvSpPr/>
          <p:nvPr/>
        </p:nvSpPr>
        <p:spPr>
          <a:xfrm>
            <a:off x="330000" y="181398"/>
            <a:ext cx="8401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BACKGROUND</a:t>
            </a:r>
            <a:endParaRPr sz="11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023" name="Google Shape;2023;p82"/>
          <p:cNvSpPr/>
          <p:nvPr/>
        </p:nvSpPr>
        <p:spPr>
          <a:xfrm>
            <a:off x="269550" y="688617"/>
            <a:ext cx="69036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Generative AI </a:t>
            </a: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can create</a:t>
            </a:r>
            <a:r>
              <a:rPr lang="en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images and video from text prompts and visual references.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Its uses can range from </a:t>
            </a: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smaller vfx</a:t>
            </a:r>
            <a:r>
              <a:rPr lang="en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tasks to fully synthetic scenes and short films. [1, 2]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4" name="Google Shape;2024;p82"/>
          <p:cNvSpPr/>
          <p:nvPr/>
        </p:nvSpPr>
        <p:spPr>
          <a:xfrm>
            <a:off x="371475" y="1307306"/>
            <a:ext cx="4786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Capabilities and production changes</a:t>
            </a:r>
            <a:endParaRPr sz="11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5" name="Google Shape;2025;p82"/>
          <p:cNvSpPr/>
          <p:nvPr/>
        </p:nvSpPr>
        <p:spPr>
          <a:xfrm>
            <a:off x="371475" y="1635919"/>
            <a:ext cx="46506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Images and video. 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Adobe Firefly and Runway generate storyboards, images and short clips. They can animate still images or add backgrounds and visual effects. [1, 2]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6" name="Google Shape;2026;p82"/>
          <p:cNvSpPr/>
          <p:nvPr/>
        </p:nvSpPr>
        <p:spPr>
          <a:xfrm>
            <a:off x="371475" y="2378869"/>
            <a:ext cx="46506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Creative control. 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Reference images help maintain characters and style across shots. Creators select outputs, revise prompts and edit results within existing production workflows. [1, 2]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7" name="Google Shape;2027;p82"/>
          <p:cNvSpPr/>
          <p:nvPr/>
        </p:nvSpPr>
        <p:spPr>
          <a:xfrm>
            <a:off x="371475" y="3121819"/>
            <a:ext cx="46506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Production speed. 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Netflix said AI helped finish a building-collapse sequence for the TV series The Eternaut 10× faster than traditional VFX. The claim covers one sequence. [6]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8" name="Google Shape;2028;p82"/>
          <p:cNvSpPr/>
          <p:nvPr/>
        </p:nvSpPr>
        <p:spPr>
          <a:xfrm>
            <a:off x="5336381" y="1307306"/>
            <a:ext cx="3436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Evidence from filmmaking</a:t>
            </a:r>
            <a:endParaRPr sz="11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9" name="Google Shape;2029;p82"/>
          <p:cNvSpPr/>
          <p:nvPr/>
        </p:nvSpPr>
        <p:spPr>
          <a:xfrm>
            <a:off x="5336381" y="1635919"/>
            <a:ext cx="3436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AI Film Festival. 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Nearly 6,000 submissions in 2025, up from 300 in its first year. Entries had to include AI-generated video. [3]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0" name="Google Shape;2030;p82"/>
          <p:cNvSpPr/>
          <p:nvPr/>
        </p:nvSpPr>
        <p:spPr>
          <a:xfrm>
            <a:off x="5336381" y="2378869"/>
            <a:ext cx="3436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Here (2024). 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Generative AI portrayed Tom Hanks at five ages and Robin Wright at four. Metaphysic combined live previews with artist refinement. [4]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1" name="Google Shape;2031;p82"/>
          <p:cNvSpPr/>
          <p:nvPr/>
        </p:nvSpPr>
        <p:spPr>
          <a:xfrm>
            <a:off x="5336381" y="3121819"/>
            <a:ext cx="3436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Studio investment. 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Lionsgate took an equity stake in Runway in June 2026 and announced a joint program to develop new content. [5]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2" name="Google Shape;2032;p82"/>
          <p:cNvSpPr/>
          <p:nvPr/>
        </p:nvSpPr>
        <p:spPr>
          <a:xfrm>
            <a:off x="371475" y="3929063"/>
            <a:ext cx="8394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Controversy:</a:t>
            </a:r>
            <a:r>
              <a:rPr b="1" lang="en" sz="14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authenticity and creative work</a:t>
            </a:r>
            <a:endParaRPr sz="11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3" name="Google Shape;2033;p82"/>
          <p:cNvSpPr/>
          <p:nvPr/>
        </p:nvSpPr>
        <p:spPr>
          <a:xfrm>
            <a:off x="371475" y="4229100"/>
            <a:ext cx="46506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2131"/>
                </a:solidFill>
                <a:latin typeface="Lato"/>
                <a:ea typeface="Lato"/>
                <a:cs typeface="Lato"/>
                <a:sym typeface="Lato"/>
              </a:rPr>
              <a:t>Audience trust. </a:t>
            </a:r>
            <a:r>
              <a:rPr lang="en" sz="1200">
                <a:solidFill>
                  <a:srgbClr val="172131"/>
                </a:solidFill>
                <a:latin typeface="Lato"/>
                <a:ea typeface="Lato"/>
                <a:cs typeface="Lato"/>
                <a:sym typeface="Lato"/>
              </a:rPr>
              <a:t>YouTube requires disclosure of realistic AI-generated or meaningfully altered content, including fabricated events or people doing things they never did. [7]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4" name="Google Shape;2034;p82"/>
          <p:cNvSpPr/>
          <p:nvPr/>
        </p:nvSpPr>
        <p:spPr>
          <a:xfrm>
            <a:off x="5336381" y="4229100"/>
            <a:ext cx="34362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Creative labor. 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video-game actors’ 11-month strike ended in 2025 with a contract addressing consent and compensation for AI replicas. [8]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5" name="Google Shape;2035;p82"/>
          <p:cNvSpPr/>
          <p:nvPr/>
        </p:nvSpPr>
        <p:spPr>
          <a:xfrm>
            <a:off x="371475" y="4850606"/>
            <a:ext cx="8401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 Adobe Firefly</a:t>
            </a:r>
            <a:r>
              <a:rPr b="0" lang="en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lang="en" sz="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[2] Runway Gen-4</a:t>
            </a:r>
            <a:r>
              <a:rPr b="0" lang="en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lang="en" sz="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[3] AP: AI Film Festival, 2025</a:t>
            </a:r>
            <a:r>
              <a:rPr b="0" lang="en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lang="en" sz="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[4] Metaphysic / AWN: Here, 2024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6" name="Google Shape;2036;p82"/>
          <p:cNvSpPr/>
          <p:nvPr/>
        </p:nvSpPr>
        <p:spPr>
          <a:xfrm>
            <a:off x="371475" y="4986338"/>
            <a:ext cx="8401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[5] Runway–Lionsgate, June 2026</a:t>
            </a:r>
            <a:r>
              <a:rPr b="0" lang="en" sz="700">
                <a:solidFill>
                  <a:srgbClr val="52607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[6] Reuters: Netflix, July 2025</a:t>
            </a:r>
            <a:r>
              <a:rPr b="0" lang="en" sz="700">
                <a:solidFill>
                  <a:srgbClr val="52607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[7] YouTube policy</a:t>
            </a:r>
            <a:r>
              <a:rPr b="0" lang="en" sz="700">
                <a:solidFill>
                  <a:srgbClr val="52607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[8] AP: performers’ contract, 2025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83"/>
          <p:cNvSpPr/>
          <p:nvPr/>
        </p:nvSpPr>
        <p:spPr>
          <a:xfrm rot="5400200">
            <a:off x="1988500" y="2043175"/>
            <a:ext cx="5161500" cy="102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83"/>
          <p:cNvSpPr txBox="1"/>
          <p:nvPr>
            <p:ph type="title"/>
          </p:nvPr>
        </p:nvSpPr>
        <p:spPr>
          <a:xfrm>
            <a:off x="142825" y="426088"/>
            <a:ext cx="2792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ANALYSIS</a:t>
            </a:r>
            <a:endParaRPr sz="3000"/>
          </a:p>
        </p:txBody>
      </p:sp>
      <p:sp>
        <p:nvSpPr>
          <p:cNvPr id="2043" name="Google Shape;2043;p83"/>
          <p:cNvSpPr txBox="1"/>
          <p:nvPr/>
        </p:nvSpPr>
        <p:spPr>
          <a:xfrm>
            <a:off x="142825" y="894465"/>
            <a:ext cx="4346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if AI-generated media becomes </a:t>
            </a:r>
            <a:r>
              <a:rPr b="1" i="1"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completely indistinguishable</a:t>
            </a:r>
            <a:r>
              <a:rPr i="1"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from human-made content?</a:t>
            </a:r>
            <a:endParaRPr i="1"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4" name="Google Shape;2044;p83"/>
          <p:cNvSpPr/>
          <p:nvPr/>
        </p:nvSpPr>
        <p:spPr>
          <a:xfrm>
            <a:off x="4174373" y="3620275"/>
            <a:ext cx="789900" cy="789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5" name="Google Shape;2045;p83"/>
          <p:cNvGrpSpPr/>
          <p:nvPr/>
        </p:nvGrpSpPr>
        <p:grpSpPr>
          <a:xfrm>
            <a:off x="4316474" y="3740904"/>
            <a:ext cx="505698" cy="548642"/>
            <a:chOff x="6990880" y="2950950"/>
            <a:chExt cx="369906" cy="404067"/>
          </a:xfrm>
        </p:grpSpPr>
        <p:sp>
          <p:nvSpPr>
            <p:cNvPr id="2046" name="Google Shape;2046;p83"/>
            <p:cNvSpPr/>
            <p:nvPr/>
          </p:nvSpPr>
          <p:spPr>
            <a:xfrm>
              <a:off x="6996286" y="2956388"/>
              <a:ext cx="358703" cy="358671"/>
            </a:xfrm>
            <a:custGeom>
              <a:rect b="b" l="l" r="r" t="t"/>
              <a:pathLst>
                <a:path extrusionOk="0" h="11014" w="11015">
                  <a:moveTo>
                    <a:pt x="5502" y="1"/>
                  </a:moveTo>
                  <a:cubicBezTo>
                    <a:pt x="2465" y="1"/>
                    <a:pt x="1" y="2465"/>
                    <a:pt x="1" y="5501"/>
                  </a:cubicBezTo>
                  <a:cubicBezTo>
                    <a:pt x="1" y="8537"/>
                    <a:pt x="2465" y="11014"/>
                    <a:pt x="5502" y="11014"/>
                  </a:cubicBezTo>
                  <a:cubicBezTo>
                    <a:pt x="8538" y="11014"/>
                    <a:pt x="11014" y="8537"/>
                    <a:pt x="11014" y="5501"/>
                  </a:cubicBezTo>
                  <a:cubicBezTo>
                    <a:pt x="11014" y="2465"/>
                    <a:pt x="8538" y="1"/>
                    <a:pt x="5502" y="1"/>
                  </a:cubicBezTo>
                  <a:close/>
                </a:path>
              </a:pathLst>
            </a:custGeom>
            <a:solidFill>
              <a:srgbClr val="3165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83"/>
            <p:cNvSpPr/>
            <p:nvPr/>
          </p:nvSpPr>
          <p:spPr>
            <a:xfrm>
              <a:off x="6996286" y="2956779"/>
              <a:ext cx="217567" cy="358671"/>
            </a:xfrm>
            <a:custGeom>
              <a:rect b="b" l="l" r="r" t="t"/>
              <a:pathLst>
                <a:path extrusionOk="0" h="11014" w="6681">
                  <a:moveTo>
                    <a:pt x="5502" y="0"/>
                  </a:moveTo>
                  <a:cubicBezTo>
                    <a:pt x="2465" y="0"/>
                    <a:pt x="1" y="2465"/>
                    <a:pt x="1" y="5501"/>
                  </a:cubicBezTo>
                  <a:cubicBezTo>
                    <a:pt x="1" y="8537"/>
                    <a:pt x="2465" y="11014"/>
                    <a:pt x="5502" y="11014"/>
                  </a:cubicBezTo>
                  <a:cubicBezTo>
                    <a:pt x="5906" y="11014"/>
                    <a:pt x="6287" y="10966"/>
                    <a:pt x="6680" y="10895"/>
                  </a:cubicBezTo>
                  <a:cubicBezTo>
                    <a:pt x="4216" y="10323"/>
                    <a:pt x="2346" y="8121"/>
                    <a:pt x="2346" y="5489"/>
                  </a:cubicBezTo>
                  <a:cubicBezTo>
                    <a:pt x="2346" y="2858"/>
                    <a:pt x="4216" y="655"/>
                    <a:pt x="6680" y="120"/>
                  </a:cubicBezTo>
                  <a:cubicBezTo>
                    <a:pt x="6311" y="24"/>
                    <a:pt x="5906" y="0"/>
                    <a:pt x="5502" y="0"/>
                  </a:cubicBezTo>
                  <a:close/>
                </a:path>
              </a:pathLst>
            </a:custGeom>
            <a:solidFill>
              <a:srgbClr val="EDE7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83"/>
            <p:cNvSpPr/>
            <p:nvPr/>
          </p:nvSpPr>
          <p:spPr>
            <a:xfrm>
              <a:off x="7085090" y="3166530"/>
              <a:ext cx="183048" cy="171031"/>
            </a:xfrm>
            <a:custGeom>
              <a:rect b="b" l="l" r="r" t="t"/>
              <a:pathLst>
                <a:path extrusionOk="0" h="5252" w="5621">
                  <a:moveTo>
                    <a:pt x="2810" y="1"/>
                  </a:moveTo>
                  <a:cubicBezTo>
                    <a:pt x="1262" y="1"/>
                    <a:pt x="0" y="1251"/>
                    <a:pt x="0" y="2811"/>
                  </a:cubicBezTo>
                  <a:cubicBezTo>
                    <a:pt x="0" y="3858"/>
                    <a:pt x="572" y="4775"/>
                    <a:pt x="1417" y="5251"/>
                  </a:cubicBezTo>
                  <a:lnTo>
                    <a:pt x="1643" y="5180"/>
                  </a:lnTo>
                  <a:lnTo>
                    <a:pt x="4001" y="5144"/>
                  </a:lnTo>
                  <a:lnTo>
                    <a:pt x="4180" y="5251"/>
                  </a:lnTo>
                  <a:cubicBezTo>
                    <a:pt x="5025" y="4775"/>
                    <a:pt x="5608" y="3858"/>
                    <a:pt x="5608" y="2811"/>
                  </a:cubicBezTo>
                  <a:cubicBezTo>
                    <a:pt x="5620" y="1251"/>
                    <a:pt x="4358" y="1"/>
                    <a:pt x="2810" y="1"/>
                  </a:cubicBezTo>
                  <a:close/>
                </a:path>
              </a:pathLst>
            </a:custGeom>
            <a:solidFill>
              <a:srgbClr val="68AA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83"/>
            <p:cNvSpPr/>
            <p:nvPr/>
          </p:nvSpPr>
          <p:spPr>
            <a:xfrm>
              <a:off x="7084700" y="3166140"/>
              <a:ext cx="113261" cy="171031"/>
            </a:xfrm>
            <a:custGeom>
              <a:rect b="b" l="l" r="r" t="t"/>
              <a:pathLst>
                <a:path extrusionOk="0" h="5252" w="3478">
                  <a:moveTo>
                    <a:pt x="2822" y="1"/>
                  </a:moveTo>
                  <a:cubicBezTo>
                    <a:pt x="1274" y="1"/>
                    <a:pt x="1" y="1251"/>
                    <a:pt x="1" y="2811"/>
                  </a:cubicBezTo>
                  <a:cubicBezTo>
                    <a:pt x="12" y="3870"/>
                    <a:pt x="584" y="4775"/>
                    <a:pt x="1441" y="5251"/>
                  </a:cubicBezTo>
                  <a:lnTo>
                    <a:pt x="1977" y="4597"/>
                  </a:lnTo>
                  <a:cubicBezTo>
                    <a:pt x="1572" y="4108"/>
                    <a:pt x="1322" y="3477"/>
                    <a:pt x="1322" y="2799"/>
                  </a:cubicBezTo>
                  <a:cubicBezTo>
                    <a:pt x="1322" y="1477"/>
                    <a:pt x="2239" y="358"/>
                    <a:pt x="3477" y="72"/>
                  </a:cubicBezTo>
                  <a:cubicBezTo>
                    <a:pt x="3263" y="25"/>
                    <a:pt x="3037" y="1"/>
                    <a:pt x="2822" y="1"/>
                  </a:cubicBezTo>
                  <a:close/>
                </a:path>
              </a:pathLst>
            </a:custGeom>
            <a:solidFill>
              <a:srgbClr val="3165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83"/>
            <p:cNvSpPr/>
            <p:nvPr/>
          </p:nvSpPr>
          <p:spPr>
            <a:xfrm>
              <a:off x="7108733" y="3189814"/>
              <a:ext cx="135731" cy="135731"/>
            </a:xfrm>
            <a:custGeom>
              <a:rect b="b" l="l" r="r" t="t"/>
              <a:pathLst>
                <a:path extrusionOk="0" h="4168" w="4168">
                  <a:moveTo>
                    <a:pt x="2084" y="0"/>
                  </a:moveTo>
                  <a:cubicBezTo>
                    <a:pt x="929" y="0"/>
                    <a:pt x="1" y="929"/>
                    <a:pt x="1" y="2084"/>
                  </a:cubicBezTo>
                  <a:cubicBezTo>
                    <a:pt x="1" y="3239"/>
                    <a:pt x="929" y="4167"/>
                    <a:pt x="2084" y="4167"/>
                  </a:cubicBezTo>
                  <a:cubicBezTo>
                    <a:pt x="3227" y="4167"/>
                    <a:pt x="4168" y="3239"/>
                    <a:pt x="4168" y="2084"/>
                  </a:cubicBezTo>
                  <a:cubicBezTo>
                    <a:pt x="4168" y="929"/>
                    <a:pt x="3227" y="0"/>
                    <a:pt x="2084" y="0"/>
                  </a:cubicBezTo>
                  <a:close/>
                </a:path>
              </a:pathLst>
            </a:custGeom>
            <a:solidFill>
              <a:srgbClr val="E2AB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83"/>
            <p:cNvSpPr/>
            <p:nvPr/>
          </p:nvSpPr>
          <p:spPr>
            <a:xfrm>
              <a:off x="7108733" y="3193690"/>
              <a:ext cx="45005" cy="127980"/>
            </a:xfrm>
            <a:custGeom>
              <a:rect b="b" l="l" r="r" t="t"/>
              <a:pathLst>
                <a:path extrusionOk="0" h="3930" w="1382">
                  <a:moveTo>
                    <a:pt x="1382" y="0"/>
                  </a:moveTo>
                  <a:lnTo>
                    <a:pt x="1382" y="0"/>
                  </a:lnTo>
                  <a:cubicBezTo>
                    <a:pt x="584" y="286"/>
                    <a:pt x="1" y="1060"/>
                    <a:pt x="1" y="1965"/>
                  </a:cubicBezTo>
                  <a:cubicBezTo>
                    <a:pt x="1" y="2870"/>
                    <a:pt x="584" y="3632"/>
                    <a:pt x="1382" y="3929"/>
                  </a:cubicBezTo>
                  <a:cubicBezTo>
                    <a:pt x="894" y="3429"/>
                    <a:pt x="584" y="2739"/>
                    <a:pt x="584" y="1965"/>
                  </a:cubicBezTo>
                  <a:cubicBezTo>
                    <a:pt x="584" y="1203"/>
                    <a:pt x="882" y="500"/>
                    <a:pt x="1382" y="0"/>
                  </a:cubicBezTo>
                  <a:close/>
                </a:path>
              </a:pathLst>
            </a:custGeom>
            <a:solidFill>
              <a:srgbClr val="CF72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83"/>
            <p:cNvSpPr/>
            <p:nvPr/>
          </p:nvSpPr>
          <p:spPr>
            <a:xfrm>
              <a:off x="7145564" y="3190498"/>
              <a:ext cx="61678" cy="43149"/>
            </a:xfrm>
            <a:custGeom>
              <a:rect b="b" l="l" r="r" t="t"/>
              <a:pathLst>
                <a:path extrusionOk="0" h="1325" w="1894">
                  <a:moveTo>
                    <a:pt x="89" y="1"/>
                  </a:moveTo>
                  <a:cubicBezTo>
                    <a:pt x="46" y="1"/>
                    <a:pt x="1" y="34"/>
                    <a:pt x="1" y="86"/>
                  </a:cubicBezTo>
                  <a:lnTo>
                    <a:pt x="1" y="1003"/>
                  </a:lnTo>
                  <a:lnTo>
                    <a:pt x="346" y="1325"/>
                  </a:lnTo>
                  <a:lnTo>
                    <a:pt x="1668" y="1325"/>
                  </a:lnTo>
                  <a:lnTo>
                    <a:pt x="1870" y="1003"/>
                  </a:lnTo>
                  <a:lnTo>
                    <a:pt x="1870" y="503"/>
                  </a:lnTo>
                  <a:cubicBezTo>
                    <a:pt x="1894" y="289"/>
                    <a:pt x="1727" y="110"/>
                    <a:pt x="1501" y="110"/>
                  </a:cubicBezTo>
                  <a:lnTo>
                    <a:pt x="429" y="110"/>
                  </a:lnTo>
                  <a:lnTo>
                    <a:pt x="108" y="3"/>
                  </a:lnTo>
                  <a:cubicBezTo>
                    <a:pt x="102" y="1"/>
                    <a:pt x="95" y="1"/>
                    <a:pt x="89" y="1"/>
                  </a:cubicBezTo>
                  <a:close/>
                </a:path>
              </a:pathLst>
            </a:custGeom>
            <a:solidFill>
              <a:srgbClr val="EDE7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83"/>
            <p:cNvSpPr/>
            <p:nvPr/>
          </p:nvSpPr>
          <p:spPr>
            <a:xfrm>
              <a:off x="7145954" y="3190498"/>
              <a:ext cx="28722" cy="43149"/>
            </a:xfrm>
            <a:custGeom>
              <a:rect b="b" l="l" r="r" t="t"/>
              <a:pathLst>
                <a:path extrusionOk="0" h="1325" w="882">
                  <a:moveTo>
                    <a:pt x="89" y="1"/>
                  </a:moveTo>
                  <a:cubicBezTo>
                    <a:pt x="46" y="1"/>
                    <a:pt x="1" y="34"/>
                    <a:pt x="1" y="86"/>
                  </a:cubicBezTo>
                  <a:lnTo>
                    <a:pt x="1" y="1003"/>
                  </a:lnTo>
                  <a:lnTo>
                    <a:pt x="346" y="1325"/>
                  </a:lnTo>
                  <a:lnTo>
                    <a:pt x="882" y="1325"/>
                  </a:lnTo>
                  <a:lnTo>
                    <a:pt x="536" y="1003"/>
                  </a:lnTo>
                  <a:lnTo>
                    <a:pt x="536" y="110"/>
                  </a:lnTo>
                  <a:lnTo>
                    <a:pt x="429" y="110"/>
                  </a:lnTo>
                  <a:lnTo>
                    <a:pt x="108" y="3"/>
                  </a:lnTo>
                  <a:cubicBezTo>
                    <a:pt x="102" y="1"/>
                    <a:pt x="95" y="1"/>
                    <a:pt x="89" y="1"/>
                  </a:cubicBezTo>
                  <a:close/>
                </a:path>
              </a:pathLst>
            </a:custGeom>
            <a:solidFill>
              <a:srgbClr val="3165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83"/>
            <p:cNvSpPr/>
            <p:nvPr/>
          </p:nvSpPr>
          <p:spPr>
            <a:xfrm>
              <a:off x="7131626" y="3277414"/>
              <a:ext cx="89586" cy="71382"/>
            </a:xfrm>
            <a:custGeom>
              <a:rect b="b" l="l" r="r" t="t"/>
              <a:pathLst>
                <a:path extrusionOk="0" h="2192" w="2751">
                  <a:moveTo>
                    <a:pt x="1167" y="1"/>
                  </a:moveTo>
                  <a:lnTo>
                    <a:pt x="976" y="120"/>
                  </a:lnTo>
                  <a:lnTo>
                    <a:pt x="191" y="775"/>
                  </a:lnTo>
                  <a:cubicBezTo>
                    <a:pt x="72" y="882"/>
                    <a:pt x="0" y="1013"/>
                    <a:pt x="0" y="1180"/>
                  </a:cubicBezTo>
                  <a:lnTo>
                    <a:pt x="0" y="1834"/>
                  </a:lnTo>
                  <a:cubicBezTo>
                    <a:pt x="393" y="2073"/>
                    <a:pt x="869" y="2192"/>
                    <a:pt x="1381" y="2192"/>
                  </a:cubicBezTo>
                  <a:cubicBezTo>
                    <a:pt x="1881" y="2192"/>
                    <a:pt x="2346" y="2061"/>
                    <a:pt x="2751" y="1834"/>
                  </a:cubicBezTo>
                  <a:lnTo>
                    <a:pt x="2751" y="1180"/>
                  </a:lnTo>
                  <a:cubicBezTo>
                    <a:pt x="2751" y="1037"/>
                    <a:pt x="2691" y="882"/>
                    <a:pt x="2572" y="775"/>
                  </a:cubicBezTo>
                  <a:lnTo>
                    <a:pt x="1786" y="120"/>
                  </a:lnTo>
                  <a:lnTo>
                    <a:pt x="1643" y="1"/>
                  </a:lnTo>
                  <a:close/>
                </a:path>
              </a:pathLst>
            </a:custGeom>
            <a:solidFill>
              <a:srgbClr val="CF72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83"/>
            <p:cNvSpPr/>
            <p:nvPr/>
          </p:nvSpPr>
          <p:spPr>
            <a:xfrm>
              <a:off x="7131626" y="3277414"/>
              <a:ext cx="67865" cy="67116"/>
            </a:xfrm>
            <a:custGeom>
              <a:rect b="b" l="l" r="r" t="t"/>
              <a:pathLst>
                <a:path extrusionOk="0" h="2061" w="2084">
                  <a:moveTo>
                    <a:pt x="1167" y="1"/>
                  </a:moveTo>
                  <a:lnTo>
                    <a:pt x="976" y="120"/>
                  </a:lnTo>
                  <a:lnTo>
                    <a:pt x="191" y="775"/>
                  </a:lnTo>
                  <a:cubicBezTo>
                    <a:pt x="72" y="882"/>
                    <a:pt x="0" y="1013"/>
                    <a:pt x="0" y="1180"/>
                  </a:cubicBezTo>
                  <a:lnTo>
                    <a:pt x="0" y="1834"/>
                  </a:lnTo>
                  <a:cubicBezTo>
                    <a:pt x="152" y="1928"/>
                    <a:pt x="314" y="1998"/>
                    <a:pt x="488" y="2057"/>
                  </a:cubicBezTo>
                  <a:lnTo>
                    <a:pt x="488" y="2057"/>
                  </a:lnTo>
                  <a:lnTo>
                    <a:pt x="488" y="1406"/>
                  </a:lnTo>
                  <a:cubicBezTo>
                    <a:pt x="488" y="1251"/>
                    <a:pt x="560" y="1108"/>
                    <a:pt x="679" y="1001"/>
                  </a:cubicBezTo>
                  <a:lnTo>
                    <a:pt x="810" y="894"/>
                  </a:lnTo>
                  <a:cubicBezTo>
                    <a:pt x="889" y="832"/>
                    <a:pt x="981" y="797"/>
                    <a:pt x="1081" y="797"/>
                  </a:cubicBezTo>
                  <a:cubicBezTo>
                    <a:pt x="1117" y="797"/>
                    <a:pt x="1153" y="801"/>
                    <a:pt x="1191" y="811"/>
                  </a:cubicBezTo>
                  <a:cubicBezTo>
                    <a:pt x="1250" y="822"/>
                    <a:pt x="1310" y="834"/>
                    <a:pt x="1381" y="834"/>
                  </a:cubicBezTo>
                  <a:cubicBezTo>
                    <a:pt x="1584" y="834"/>
                    <a:pt x="1786" y="763"/>
                    <a:pt x="1917" y="608"/>
                  </a:cubicBezTo>
                  <a:cubicBezTo>
                    <a:pt x="1977" y="537"/>
                    <a:pt x="2036" y="465"/>
                    <a:pt x="2084" y="394"/>
                  </a:cubicBezTo>
                  <a:lnTo>
                    <a:pt x="1905" y="227"/>
                  </a:lnTo>
                  <a:lnTo>
                    <a:pt x="1786" y="120"/>
                  </a:lnTo>
                  <a:lnTo>
                    <a:pt x="1643" y="1"/>
                  </a:lnTo>
                  <a:close/>
                  <a:moveTo>
                    <a:pt x="488" y="2057"/>
                  </a:moveTo>
                  <a:lnTo>
                    <a:pt x="488" y="2061"/>
                  </a:lnTo>
                  <a:lnTo>
                    <a:pt x="500" y="2061"/>
                  </a:lnTo>
                  <a:cubicBezTo>
                    <a:pt x="496" y="2059"/>
                    <a:pt x="492" y="2058"/>
                    <a:pt x="488" y="2057"/>
                  </a:cubicBezTo>
                  <a:close/>
                </a:path>
              </a:pathLst>
            </a:custGeom>
            <a:solidFill>
              <a:srgbClr val="C449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83"/>
            <p:cNvSpPr/>
            <p:nvPr/>
          </p:nvSpPr>
          <p:spPr>
            <a:xfrm>
              <a:off x="7163018" y="3257647"/>
              <a:ext cx="26019" cy="34942"/>
            </a:xfrm>
            <a:custGeom>
              <a:rect b="b" l="l" r="r" t="t"/>
              <a:pathLst>
                <a:path extrusionOk="0" h="1073" w="799">
                  <a:moveTo>
                    <a:pt x="12" y="1"/>
                  </a:moveTo>
                  <a:lnTo>
                    <a:pt x="1" y="13"/>
                  </a:lnTo>
                  <a:lnTo>
                    <a:pt x="1" y="667"/>
                  </a:lnTo>
                  <a:lnTo>
                    <a:pt x="1" y="727"/>
                  </a:lnTo>
                  <a:cubicBezTo>
                    <a:pt x="24" y="917"/>
                    <a:pt x="203" y="1072"/>
                    <a:pt x="405" y="1072"/>
                  </a:cubicBezTo>
                  <a:cubicBezTo>
                    <a:pt x="501" y="1072"/>
                    <a:pt x="608" y="1025"/>
                    <a:pt x="679" y="953"/>
                  </a:cubicBezTo>
                  <a:cubicBezTo>
                    <a:pt x="739" y="894"/>
                    <a:pt x="786" y="822"/>
                    <a:pt x="798" y="727"/>
                  </a:cubicBezTo>
                  <a:lnTo>
                    <a:pt x="798" y="667"/>
                  </a:lnTo>
                  <a:lnTo>
                    <a:pt x="798" y="13"/>
                  </a:lnTo>
                  <a:lnTo>
                    <a:pt x="774" y="13"/>
                  </a:lnTo>
                  <a:cubicBezTo>
                    <a:pt x="667" y="60"/>
                    <a:pt x="548" y="96"/>
                    <a:pt x="417" y="96"/>
                  </a:cubicBezTo>
                  <a:lnTo>
                    <a:pt x="405" y="96"/>
                  </a:lnTo>
                  <a:cubicBezTo>
                    <a:pt x="263" y="96"/>
                    <a:pt x="132" y="60"/>
                    <a:pt x="12" y="1"/>
                  </a:cubicBezTo>
                  <a:close/>
                </a:path>
              </a:pathLst>
            </a:custGeom>
            <a:solidFill>
              <a:srgbClr val="F0D8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83"/>
            <p:cNvSpPr/>
            <p:nvPr/>
          </p:nvSpPr>
          <p:spPr>
            <a:xfrm>
              <a:off x="7163800" y="3258038"/>
              <a:ext cx="26019" cy="34942"/>
            </a:xfrm>
            <a:custGeom>
              <a:rect b="b" l="l" r="r" t="t"/>
              <a:pathLst>
                <a:path extrusionOk="0" h="1073" w="799">
                  <a:moveTo>
                    <a:pt x="762" y="1"/>
                  </a:moveTo>
                  <a:cubicBezTo>
                    <a:pt x="643" y="48"/>
                    <a:pt x="524" y="84"/>
                    <a:pt x="405" y="84"/>
                  </a:cubicBezTo>
                  <a:lnTo>
                    <a:pt x="298" y="84"/>
                  </a:lnTo>
                  <a:lnTo>
                    <a:pt x="298" y="274"/>
                  </a:lnTo>
                  <a:lnTo>
                    <a:pt x="0" y="274"/>
                  </a:lnTo>
                  <a:lnTo>
                    <a:pt x="0" y="679"/>
                  </a:lnTo>
                  <a:lnTo>
                    <a:pt x="0" y="739"/>
                  </a:lnTo>
                  <a:cubicBezTo>
                    <a:pt x="36" y="929"/>
                    <a:pt x="203" y="1072"/>
                    <a:pt x="405" y="1072"/>
                  </a:cubicBezTo>
                  <a:cubicBezTo>
                    <a:pt x="453" y="1072"/>
                    <a:pt x="512" y="1060"/>
                    <a:pt x="536" y="1048"/>
                  </a:cubicBezTo>
                  <a:cubicBezTo>
                    <a:pt x="441" y="989"/>
                    <a:pt x="358" y="882"/>
                    <a:pt x="346" y="763"/>
                  </a:cubicBezTo>
                  <a:cubicBezTo>
                    <a:pt x="334" y="703"/>
                    <a:pt x="381" y="655"/>
                    <a:pt x="441" y="655"/>
                  </a:cubicBezTo>
                  <a:cubicBezTo>
                    <a:pt x="524" y="632"/>
                    <a:pt x="703" y="608"/>
                    <a:pt x="798" y="584"/>
                  </a:cubicBezTo>
                  <a:lnTo>
                    <a:pt x="798" y="1"/>
                  </a:lnTo>
                  <a:close/>
                </a:path>
              </a:pathLst>
            </a:custGeom>
            <a:solidFill>
              <a:srgbClr val="E9C5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83"/>
            <p:cNvSpPr/>
            <p:nvPr/>
          </p:nvSpPr>
          <p:spPr>
            <a:xfrm>
              <a:off x="7145954" y="3221598"/>
              <a:ext cx="61287" cy="48099"/>
            </a:xfrm>
            <a:custGeom>
              <a:rect b="b" l="l" r="r" t="t"/>
              <a:pathLst>
                <a:path extrusionOk="0" h="1477" w="1882">
                  <a:moveTo>
                    <a:pt x="1882" y="0"/>
                  </a:moveTo>
                  <a:lnTo>
                    <a:pt x="1" y="36"/>
                  </a:lnTo>
                  <a:lnTo>
                    <a:pt x="1" y="572"/>
                  </a:lnTo>
                  <a:lnTo>
                    <a:pt x="108" y="572"/>
                  </a:lnTo>
                  <a:lnTo>
                    <a:pt x="536" y="1358"/>
                  </a:lnTo>
                  <a:lnTo>
                    <a:pt x="1025" y="1465"/>
                  </a:lnTo>
                  <a:lnTo>
                    <a:pt x="1263" y="1477"/>
                  </a:lnTo>
                  <a:lnTo>
                    <a:pt x="1370" y="1453"/>
                  </a:lnTo>
                  <a:cubicBezTo>
                    <a:pt x="1668" y="1298"/>
                    <a:pt x="1882" y="989"/>
                    <a:pt x="1882" y="620"/>
                  </a:cubicBezTo>
                  <a:lnTo>
                    <a:pt x="1882" y="0"/>
                  </a:lnTo>
                  <a:close/>
                </a:path>
              </a:pathLst>
            </a:custGeom>
            <a:solidFill>
              <a:srgbClr val="F0D8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83"/>
            <p:cNvSpPr/>
            <p:nvPr/>
          </p:nvSpPr>
          <p:spPr>
            <a:xfrm>
              <a:off x="7145954" y="3222770"/>
              <a:ext cx="44223" cy="50411"/>
            </a:xfrm>
            <a:custGeom>
              <a:rect b="b" l="l" r="r" t="t"/>
              <a:pathLst>
                <a:path extrusionOk="0" h="1548" w="1358">
                  <a:moveTo>
                    <a:pt x="1" y="0"/>
                  </a:moveTo>
                  <a:lnTo>
                    <a:pt x="1" y="607"/>
                  </a:lnTo>
                  <a:cubicBezTo>
                    <a:pt x="1" y="988"/>
                    <a:pt x="227" y="1310"/>
                    <a:pt x="536" y="1465"/>
                  </a:cubicBezTo>
                  <a:cubicBezTo>
                    <a:pt x="656" y="1524"/>
                    <a:pt x="787" y="1548"/>
                    <a:pt x="929" y="1548"/>
                  </a:cubicBezTo>
                  <a:lnTo>
                    <a:pt x="941" y="1548"/>
                  </a:lnTo>
                  <a:cubicBezTo>
                    <a:pt x="1072" y="1548"/>
                    <a:pt x="1191" y="1524"/>
                    <a:pt x="1298" y="1477"/>
                  </a:cubicBezTo>
                  <a:cubicBezTo>
                    <a:pt x="1310" y="1477"/>
                    <a:pt x="1310" y="1477"/>
                    <a:pt x="1310" y="1465"/>
                  </a:cubicBezTo>
                  <a:cubicBezTo>
                    <a:pt x="1322" y="1465"/>
                    <a:pt x="1346" y="1441"/>
                    <a:pt x="1358" y="1441"/>
                  </a:cubicBezTo>
                  <a:cubicBezTo>
                    <a:pt x="1263" y="1429"/>
                    <a:pt x="1168" y="1393"/>
                    <a:pt x="1072" y="1357"/>
                  </a:cubicBezTo>
                  <a:cubicBezTo>
                    <a:pt x="763" y="1203"/>
                    <a:pt x="536" y="881"/>
                    <a:pt x="536" y="500"/>
                  </a:cubicBezTo>
                  <a:lnTo>
                    <a:pt x="536" y="0"/>
                  </a:lnTo>
                  <a:close/>
                </a:path>
              </a:pathLst>
            </a:custGeom>
            <a:solidFill>
              <a:srgbClr val="E9C5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83"/>
            <p:cNvSpPr/>
            <p:nvPr/>
          </p:nvSpPr>
          <p:spPr>
            <a:xfrm>
              <a:off x="6990880" y="2950950"/>
              <a:ext cx="369906" cy="329623"/>
            </a:xfrm>
            <a:custGeom>
              <a:rect b="b" l="l" r="r" t="t"/>
              <a:pathLst>
                <a:path extrusionOk="0" h="10122" w="11359">
                  <a:moveTo>
                    <a:pt x="3334" y="906"/>
                  </a:moveTo>
                  <a:lnTo>
                    <a:pt x="3334" y="906"/>
                  </a:lnTo>
                  <a:cubicBezTo>
                    <a:pt x="3024" y="1382"/>
                    <a:pt x="2751" y="1965"/>
                    <a:pt x="2548" y="2585"/>
                  </a:cubicBezTo>
                  <a:cubicBezTo>
                    <a:pt x="2203" y="2501"/>
                    <a:pt x="1893" y="2394"/>
                    <a:pt x="1596" y="2275"/>
                  </a:cubicBezTo>
                  <a:cubicBezTo>
                    <a:pt x="1703" y="2156"/>
                    <a:pt x="1822" y="2037"/>
                    <a:pt x="1941" y="1918"/>
                  </a:cubicBezTo>
                  <a:cubicBezTo>
                    <a:pt x="2358" y="1501"/>
                    <a:pt x="2834" y="1156"/>
                    <a:pt x="3334" y="906"/>
                  </a:cubicBezTo>
                  <a:close/>
                  <a:moveTo>
                    <a:pt x="8037" y="906"/>
                  </a:moveTo>
                  <a:lnTo>
                    <a:pt x="8037" y="906"/>
                  </a:lnTo>
                  <a:cubicBezTo>
                    <a:pt x="8561" y="1156"/>
                    <a:pt x="9025" y="1501"/>
                    <a:pt x="9442" y="1918"/>
                  </a:cubicBezTo>
                  <a:cubicBezTo>
                    <a:pt x="9561" y="2037"/>
                    <a:pt x="9680" y="2156"/>
                    <a:pt x="9775" y="2275"/>
                  </a:cubicBezTo>
                  <a:cubicBezTo>
                    <a:pt x="9478" y="2394"/>
                    <a:pt x="9168" y="2501"/>
                    <a:pt x="8823" y="2585"/>
                  </a:cubicBezTo>
                  <a:cubicBezTo>
                    <a:pt x="8620" y="1953"/>
                    <a:pt x="8346" y="1382"/>
                    <a:pt x="8037" y="906"/>
                  </a:cubicBezTo>
                  <a:close/>
                  <a:moveTo>
                    <a:pt x="5513" y="370"/>
                  </a:moveTo>
                  <a:lnTo>
                    <a:pt x="5513" y="2977"/>
                  </a:lnTo>
                  <a:cubicBezTo>
                    <a:pt x="4584" y="2954"/>
                    <a:pt x="3703" y="2858"/>
                    <a:pt x="2905" y="2680"/>
                  </a:cubicBezTo>
                  <a:cubicBezTo>
                    <a:pt x="3167" y="1846"/>
                    <a:pt x="3548" y="1144"/>
                    <a:pt x="4001" y="620"/>
                  </a:cubicBezTo>
                  <a:cubicBezTo>
                    <a:pt x="4477" y="477"/>
                    <a:pt x="4989" y="382"/>
                    <a:pt x="5513" y="370"/>
                  </a:cubicBezTo>
                  <a:close/>
                  <a:moveTo>
                    <a:pt x="5870" y="370"/>
                  </a:moveTo>
                  <a:cubicBezTo>
                    <a:pt x="6382" y="382"/>
                    <a:pt x="6894" y="477"/>
                    <a:pt x="7370" y="644"/>
                  </a:cubicBezTo>
                  <a:cubicBezTo>
                    <a:pt x="7811" y="1156"/>
                    <a:pt x="8204" y="1858"/>
                    <a:pt x="8466" y="2680"/>
                  </a:cubicBezTo>
                  <a:cubicBezTo>
                    <a:pt x="7680" y="2858"/>
                    <a:pt x="6787" y="2966"/>
                    <a:pt x="5870" y="2977"/>
                  </a:cubicBezTo>
                  <a:lnTo>
                    <a:pt x="5870" y="370"/>
                  </a:lnTo>
                  <a:close/>
                  <a:moveTo>
                    <a:pt x="1369" y="2573"/>
                  </a:moveTo>
                  <a:cubicBezTo>
                    <a:pt x="1703" y="2704"/>
                    <a:pt x="2072" y="2846"/>
                    <a:pt x="2441" y="2930"/>
                  </a:cubicBezTo>
                  <a:cubicBezTo>
                    <a:pt x="2239" y="3716"/>
                    <a:pt x="2096" y="4585"/>
                    <a:pt x="2084" y="5478"/>
                  </a:cubicBezTo>
                  <a:lnTo>
                    <a:pt x="369" y="5478"/>
                  </a:lnTo>
                  <a:cubicBezTo>
                    <a:pt x="417" y="4430"/>
                    <a:pt x="762" y="3418"/>
                    <a:pt x="1369" y="2573"/>
                  </a:cubicBezTo>
                  <a:close/>
                  <a:moveTo>
                    <a:pt x="2798" y="3037"/>
                  </a:moveTo>
                  <a:cubicBezTo>
                    <a:pt x="3632" y="3227"/>
                    <a:pt x="4536" y="3335"/>
                    <a:pt x="5513" y="3347"/>
                  </a:cubicBezTo>
                  <a:lnTo>
                    <a:pt x="5513" y="5502"/>
                  </a:lnTo>
                  <a:lnTo>
                    <a:pt x="2453" y="5502"/>
                  </a:lnTo>
                  <a:lnTo>
                    <a:pt x="2453" y="5490"/>
                  </a:lnTo>
                  <a:cubicBezTo>
                    <a:pt x="2477" y="4632"/>
                    <a:pt x="2596" y="3799"/>
                    <a:pt x="2798" y="3037"/>
                  </a:cubicBezTo>
                  <a:close/>
                  <a:moveTo>
                    <a:pt x="10013" y="2585"/>
                  </a:moveTo>
                  <a:cubicBezTo>
                    <a:pt x="10632" y="3442"/>
                    <a:pt x="10966" y="4430"/>
                    <a:pt x="11002" y="5502"/>
                  </a:cubicBezTo>
                  <a:lnTo>
                    <a:pt x="9287" y="5502"/>
                  </a:lnTo>
                  <a:cubicBezTo>
                    <a:pt x="9287" y="5192"/>
                    <a:pt x="9263" y="4871"/>
                    <a:pt x="9228" y="4549"/>
                  </a:cubicBezTo>
                  <a:cubicBezTo>
                    <a:pt x="9217" y="4465"/>
                    <a:pt x="9142" y="4390"/>
                    <a:pt x="9067" y="4390"/>
                  </a:cubicBezTo>
                  <a:cubicBezTo>
                    <a:pt x="9057" y="4390"/>
                    <a:pt x="9047" y="4391"/>
                    <a:pt x="9037" y="4394"/>
                  </a:cubicBezTo>
                  <a:cubicBezTo>
                    <a:pt x="8930" y="4406"/>
                    <a:pt x="8858" y="4490"/>
                    <a:pt x="8870" y="4585"/>
                  </a:cubicBezTo>
                  <a:cubicBezTo>
                    <a:pt x="8906" y="4882"/>
                    <a:pt x="8918" y="5192"/>
                    <a:pt x="8930" y="5490"/>
                  </a:cubicBezTo>
                  <a:lnTo>
                    <a:pt x="5882" y="5490"/>
                  </a:lnTo>
                  <a:lnTo>
                    <a:pt x="5882" y="3335"/>
                  </a:lnTo>
                  <a:lnTo>
                    <a:pt x="5870" y="3335"/>
                  </a:lnTo>
                  <a:cubicBezTo>
                    <a:pt x="6822" y="3323"/>
                    <a:pt x="7739" y="3216"/>
                    <a:pt x="8573" y="3025"/>
                  </a:cubicBezTo>
                  <a:cubicBezTo>
                    <a:pt x="8644" y="3275"/>
                    <a:pt x="8704" y="3525"/>
                    <a:pt x="8751" y="3799"/>
                  </a:cubicBezTo>
                  <a:cubicBezTo>
                    <a:pt x="8763" y="3882"/>
                    <a:pt x="8847" y="3942"/>
                    <a:pt x="8930" y="3942"/>
                  </a:cubicBezTo>
                  <a:lnTo>
                    <a:pt x="8966" y="3942"/>
                  </a:lnTo>
                  <a:cubicBezTo>
                    <a:pt x="9061" y="3930"/>
                    <a:pt x="9120" y="3823"/>
                    <a:pt x="9108" y="3739"/>
                  </a:cubicBezTo>
                  <a:cubicBezTo>
                    <a:pt x="9061" y="3466"/>
                    <a:pt x="9001" y="3204"/>
                    <a:pt x="8930" y="2942"/>
                  </a:cubicBezTo>
                  <a:cubicBezTo>
                    <a:pt x="9323" y="2846"/>
                    <a:pt x="9680" y="2727"/>
                    <a:pt x="10013" y="2585"/>
                  </a:cubicBezTo>
                  <a:close/>
                  <a:moveTo>
                    <a:pt x="5691" y="1"/>
                  </a:moveTo>
                  <a:cubicBezTo>
                    <a:pt x="4167" y="1"/>
                    <a:pt x="2739" y="596"/>
                    <a:pt x="1667" y="1668"/>
                  </a:cubicBezTo>
                  <a:cubicBezTo>
                    <a:pt x="596" y="2739"/>
                    <a:pt x="0" y="4168"/>
                    <a:pt x="0" y="5680"/>
                  </a:cubicBezTo>
                  <a:cubicBezTo>
                    <a:pt x="0" y="7383"/>
                    <a:pt x="762" y="8990"/>
                    <a:pt x="2072" y="10074"/>
                  </a:cubicBezTo>
                  <a:cubicBezTo>
                    <a:pt x="2096" y="10109"/>
                    <a:pt x="2143" y="10121"/>
                    <a:pt x="2191" y="10121"/>
                  </a:cubicBezTo>
                  <a:cubicBezTo>
                    <a:pt x="2250" y="10121"/>
                    <a:pt x="2298" y="10085"/>
                    <a:pt x="2322" y="10062"/>
                  </a:cubicBezTo>
                  <a:cubicBezTo>
                    <a:pt x="2381" y="9990"/>
                    <a:pt x="2381" y="9871"/>
                    <a:pt x="2298" y="9800"/>
                  </a:cubicBezTo>
                  <a:cubicBezTo>
                    <a:pt x="2024" y="9585"/>
                    <a:pt x="1786" y="9347"/>
                    <a:pt x="1584" y="9097"/>
                  </a:cubicBezTo>
                  <a:cubicBezTo>
                    <a:pt x="1798" y="9002"/>
                    <a:pt x="2036" y="8931"/>
                    <a:pt x="2274" y="8847"/>
                  </a:cubicBezTo>
                  <a:cubicBezTo>
                    <a:pt x="2370" y="8823"/>
                    <a:pt x="2429" y="8716"/>
                    <a:pt x="2393" y="8633"/>
                  </a:cubicBezTo>
                  <a:cubicBezTo>
                    <a:pt x="2374" y="8557"/>
                    <a:pt x="2302" y="8503"/>
                    <a:pt x="2231" y="8503"/>
                  </a:cubicBezTo>
                  <a:cubicBezTo>
                    <a:pt x="2213" y="8503"/>
                    <a:pt x="2196" y="8507"/>
                    <a:pt x="2179" y="8514"/>
                  </a:cubicBezTo>
                  <a:cubicBezTo>
                    <a:pt x="1881" y="8597"/>
                    <a:pt x="1596" y="8692"/>
                    <a:pt x="1346" y="8811"/>
                  </a:cubicBezTo>
                  <a:cubicBezTo>
                    <a:pt x="726" y="7954"/>
                    <a:pt x="393" y="6966"/>
                    <a:pt x="357" y="5894"/>
                  </a:cubicBezTo>
                  <a:lnTo>
                    <a:pt x="2072" y="5894"/>
                  </a:lnTo>
                  <a:cubicBezTo>
                    <a:pt x="2084" y="6609"/>
                    <a:pt x="2155" y="7311"/>
                    <a:pt x="2310" y="7978"/>
                  </a:cubicBezTo>
                  <a:cubicBezTo>
                    <a:pt x="2322" y="8061"/>
                    <a:pt x="2393" y="8121"/>
                    <a:pt x="2489" y="8121"/>
                  </a:cubicBezTo>
                  <a:lnTo>
                    <a:pt x="2536" y="8121"/>
                  </a:lnTo>
                  <a:cubicBezTo>
                    <a:pt x="2631" y="8109"/>
                    <a:pt x="2691" y="8002"/>
                    <a:pt x="2667" y="7907"/>
                  </a:cubicBezTo>
                  <a:cubicBezTo>
                    <a:pt x="2536" y="7264"/>
                    <a:pt x="2441" y="6573"/>
                    <a:pt x="2441" y="5894"/>
                  </a:cubicBezTo>
                  <a:lnTo>
                    <a:pt x="5489" y="5894"/>
                  </a:lnTo>
                  <a:lnTo>
                    <a:pt x="5489" y="6002"/>
                  </a:lnTo>
                  <a:cubicBezTo>
                    <a:pt x="5489" y="6097"/>
                    <a:pt x="5572" y="6180"/>
                    <a:pt x="5668" y="6180"/>
                  </a:cubicBezTo>
                  <a:cubicBezTo>
                    <a:pt x="5775" y="6180"/>
                    <a:pt x="5846" y="6097"/>
                    <a:pt x="5846" y="6002"/>
                  </a:cubicBezTo>
                  <a:lnTo>
                    <a:pt x="5846" y="5894"/>
                  </a:lnTo>
                  <a:lnTo>
                    <a:pt x="8906" y="5894"/>
                  </a:lnTo>
                  <a:cubicBezTo>
                    <a:pt x="8882" y="6573"/>
                    <a:pt x="8811" y="7228"/>
                    <a:pt x="8680" y="7859"/>
                  </a:cubicBezTo>
                  <a:cubicBezTo>
                    <a:pt x="8668" y="7966"/>
                    <a:pt x="8727" y="8049"/>
                    <a:pt x="8811" y="8061"/>
                  </a:cubicBezTo>
                  <a:lnTo>
                    <a:pt x="8858" y="8061"/>
                  </a:lnTo>
                  <a:cubicBezTo>
                    <a:pt x="8942" y="8061"/>
                    <a:pt x="9025" y="8002"/>
                    <a:pt x="9037" y="7919"/>
                  </a:cubicBezTo>
                  <a:cubicBezTo>
                    <a:pt x="9168" y="7264"/>
                    <a:pt x="9263" y="6573"/>
                    <a:pt x="9263" y="5859"/>
                  </a:cubicBezTo>
                  <a:lnTo>
                    <a:pt x="10966" y="5859"/>
                  </a:lnTo>
                  <a:cubicBezTo>
                    <a:pt x="10942" y="6918"/>
                    <a:pt x="10585" y="7930"/>
                    <a:pt x="9990" y="8776"/>
                  </a:cubicBezTo>
                  <a:cubicBezTo>
                    <a:pt x="9740" y="8681"/>
                    <a:pt x="9466" y="8585"/>
                    <a:pt x="9180" y="8502"/>
                  </a:cubicBezTo>
                  <a:cubicBezTo>
                    <a:pt x="9163" y="8495"/>
                    <a:pt x="9146" y="8491"/>
                    <a:pt x="9128" y="8491"/>
                  </a:cubicBezTo>
                  <a:cubicBezTo>
                    <a:pt x="9057" y="8491"/>
                    <a:pt x="8985" y="8545"/>
                    <a:pt x="8966" y="8621"/>
                  </a:cubicBezTo>
                  <a:cubicBezTo>
                    <a:pt x="8930" y="8704"/>
                    <a:pt x="8989" y="8811"/>
                    <a:pt x="9085" y="8835"/>
                  </a:cubicBezTo>
                  <a:cubicBezTo>
                    <a:pt x="9323" y="8919"/>
                    <a:pt x="9537" y="8990"/>
                    <a:pt x="9751" y="9073"/>
                  </a:cubicBezTo>
                  <a:cubicBezTo>
                    <a:pt x="9537" y="9335"/>
                    <a:pt x="9323" y="9550"/>
                    <a:pt x="9061" y="9764"/>
                  </a:cubicBezTo>
                  <a:cubicBezTo>
                    <a:pt x="8989" y="9824"/>
                    <a:pt x="8978" y="9943"/>
                    <a:pt x="9037" y="10014"/>
                  </a:cubicBezTo>
                  <a:cubicBezTo>
                    <a:pt x="9073" y="10058"/>
                    <a:pt x="9132" y="10083"/>
                    <a:pt x="9188" y="10083"/>
                  </a:cubicBezTo>
                  <a:cubicBezTo>
                    <a:pt x="9224" y="10083"/>
                    <a:pt x="9259" y="10073"/>
                    <a:pt x="9287" y="10050"/>
                  </a:cubicBezTo>
                  <a:cubicBezTo>
                    <a:pt x="10585" y="8954"/>
                    <a:pt x="11323" y="7383"/>
                    <a:pt x="11323" y="5680"/>
                  </a:cubicBezTo>
                  <a:cubicBezTo>
                    <a:pt x="11359" y="4156"/>
                    <a:pt x="10775" y="2739"/>
                    <a:pt x="9704" y="1668"/>
                  </a:cubicBezTo>
                  <a:cubicBezTo>
                    <a:pt x="8632" y="596"/>
                    <a:pt x="7203" y="1"/>
                    <a:pt x="5691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83"/>
            <p:cNvSpPr/>
            <p:nvPr/>
          </p:nvSpPr>
          <p:spPr>
            <a:xfrm>
              <a:off x="7079652" y="3160343"/>
              <a:ext cx="194674" cy="194674"/>
            </a:xfrm>
            <a:custGeom>
              <a:rect b="b" l="l" r="r" t="t"/>
              <a:pathLst>
                <a:path extrusionOk="0" h="5978" w="5978">
                  <a:moveTo>
                    <a:pt x="2215" y="1155"/>
                  </a:moveTo>
                  <a:lnTo>
                    <a:pt x="2406" y="1215"/>
                  </a:lnTo>
                  <a:cubicBezTo>
                    <a:pt x="2430" y="1215"/>
                    <a:pt x="2453" y="1238"/>
                    <a:pt x="2465" y="1238"/>
                  </a:cubicBezTo>
                  <a:lnTo>
                    <a:pt x="3537" y="1238"/>
                  </a:lnTo>
                  <a:cubicBezTo>
                    <a:pt x="3644" y="1238"/>
                    <a:pt x="3739" y="1322"/>
                    <a:pt x="3739" y="1429"/>
                  </a:cubicBezTo>
                  <a:lnTo>
                    <a:pt x="3739" y="1739"/>
                  </a:lnTo>
                  <a:lnTo>
                    <a:pt x="2215" y="1739"/>
                  </a:lnTo>
                  <a:lnTo>
                    <a:pt x="2215" y="1155"/>
                  </a:lnTo>
                  <a:close/>
                  <a:moveTo>
                    <a:pt x="3739" y="2108"/>
                  </a:moveTo>
                  <a:lnTo>
                    <a:pt x="3739" y="2524"/>
                  </a:lnTo>
                  <a:cubicBezTo>
                    <a:pt x="3739" y="2941"/>
                    <a:pt x="3394" y="3274"/>
                    <a:pt x="2989" y="3274"/>
                  </a:cubicBezTo>
                  <a:lnTo>
                    <a:pt x="2977" y="3274"/>
                  </a:lnTo>
                  <a:cubicBezTo>
                    <a:pt x="2561" y="3274"/>
                    <a:pt x="2227" y="2929"/>
                    <a:pt x="2227" y="2524"/>
                  </a:cubicBezTo>
                  <a:lnTo>
                    <a:pt x="2215" y="2108"/>
                  </a:lnTo>
                  <a:close/>
                  <a:moveTo>
                    <a:pt x="3204" y="3620"/>
                  </a:moveTo>
                  <a:lnTo>
                    <a:pt x="3204" y="3655"/>
                  </a:lnTo>
                  <a:cubicBezTo>
                    <a:pt x="3204" y="3775"/>
                    <a:pt x="3096" y="3882"/>
                    <a:pt x="2977" y="3882"/>
                  </a:cubicBezTo>
                  <a:cubicBezTo>
                    <a:pt x="2858" y="3882"/>
                    <a:pt x="2751" y="3775"/>
                    <a:pt x="2751" y="3655"/>
                  </a:cubicBezTo>
                  <a:lnTo>
                    <a:pt x="2751" y="3620"/>
                  </a:lnTo>
                  <a:cubicBezTo>
                    <a:pt x="2823" y="3632"/>
                    <a:pt x="2906" y="3632"/>
                    <a:pt x="2977" y="3632"/>
                  </a:cubicBezTo>
                  <a:lnTo>
                    <a:pt x="2989" y="3632"/>
                  </a:lnTo>
                  <a:cubicBezTo>
                    <a:pt x="3061" y="3632"/>
                    <a:pt x="3144" y="3632"/>
                    <a:pt x="3204" y="3620"/>
                  </a:cubicBezTo>
                  <a:close/>
                  <a:moveTo>
                    <a:pt x="3418" y="4013"/>
                  </a:moveTo>
                  <a:lnTo>
                    <a:pt x="4025" y="4525"/>
                  </a:lnTo>
                  <a:cubicBezTo>
                    <a:pt x="4108" y="4584"/>
                    <a:pt x="4144" y="4679"/>
                    <a:pt x="4144" y="4775"/>
                  </a:cubicBezTo>
                  <a:lnTo>
                    <a:pt x="4144" y="5322"/>
                  </a:lnTo>
                  <a:cubicBezTo>
                    <a:pt x="3787" y="5501"/>
                    <a:pt x="3394" y="5608"/>
                    <a:pt x="2953" y="5608"/>
                  </a:cubicBezTo>
                  <a:cubicBezTo>
                    <a:pt x="2931" y="5609"/>
                    <a:pt x="2908" y="5609"/>
                    <a:pt x="2886" y="5609"/>
                  </a:cubicBezTo>
                  <a:cubicBezTo>
                    <a:pt x="2504" y="5609"/>
                    <a:pt x="2123" y="5513"/>
                    <a:pt x="1775" y="5322"/>
                  </a:cubicBezTo>
                  <a:lnTo>
                    <a:pt x="1775" y="4775"/>
                  </a:lnTo>
                  <a:cubicBezTo>
                    <a:pt x="1775" y="4667"/>
                    <a:pt x="1810" y="4584"/>
                    <a:pt x="1894" y="4525"/>
                  </a:cubicBezTo>
                  <a:lnTo>
                    <a:pt x="2501" y="4013"/>
                  </a:lnTo>
                  <a:cubicBezTo>
                    <a:pt x="2608" y="4144"/>
                    <a:pt x="2787" y="4251"/>
                    <a:pt x="2965" y="4251"/>
                  </a:cubicBezTo>
                  <a:cubicBezTo>
                    <a:pt x="3156" y="4251"/>
                    <a:pt x="3323" y="4167"/>
                    <a:pt x="3418" y="4013"/>
                  </a:cubicBezTo>
                  <a:close/>
                  <a:moveTo>
                    <a:pt x="2977" y="0"/>
                  </a:moveTo>
                  <a:cubicBezTo>
                    <a:pt x="2489" y="0"/>
                    <a:pt x="1989" y="119"/>
                    <a:pt x="1560" y="357"/>
                  </a:cubicBezTo>
                  <a:cubicBezTo>
                    <a:pt x="1477" y="393"/>
                    <a:pt x="1441" y="524"/>
                    <a:pt x="1489" y="607"/>
                  </a:cubicBezTo>
                  <a:cubicBezTo>
                    <a:pt x="1521" y="671"/>
                    <a:pt x="1584" y="703"/>
                    <a:pt x="1648" y="703"/>
                  </a:cubicBezTo>
                  <a:cubicBezTo>
                    <a:pt x="1680" y="703"/>
                    <a:pt x="1711" y="695"/>
                    <a:pt x="1739" y="679"/>
                  </a:cubicBezTo>
                  <a:cubicBezTo>
                    <a:pt x="2132" y="476"/>
                    <a:pt x="2561" y="369"/>
                    <a:pt x="2989" y="369"/>
                  </a:cubicBezTo>
                  <a:cubicBezTo>
                    <a:pt x="4430" y="369"/>
                    <a:pt x="5609" y="1548"/>
                    <a:pt x="5609" y="2989"/>
                  </a:cubicBezTo>
                  <a:cubicBezTo>
                    <a:pt x="5609" y="3858"/>
                    <a:pt x="5192" y="4632"/>
                    <a:pt x="4537" y="5108"/>
                  </a:cubicBezTo>
                  <a:lnTo>
                    <a:pt x="4537" y="4775"/>
                  </a:lnTo>
                  <a:cubicBezTo>
                    <a:pt x="4537" y="4727"/>
                    <a:pt x="4537" y="4691"/>
                    <a:pt x="4525" y="4644"/>
                  </a:cubicBezTo>
                  <a:cubicBezTo>
                    <a:pt x="4989" y="4215"/>
                    <a:pt x="5239" y="3620"/>
                    <a:pt x="5239" y="2989"/>
                  </a:cubicBezTo>
                  <a:cubicBezTo>
                    <a:pt x="5239" y="2441"/>
                    <a:pt x="5049" y="1905"/>
                    <a:pt x="4668" y="1500"/>
                  </a:cubicBezTo>
                  <a:cubicBezTo>
                    <a:pt x="4636" y="1462"/>
                    <a:pt x="4586" y="1441"/>
                    <a:pt x="4536" y="1441"/>
                  </a:cubicBezTo>
                  <a:cubicBezTo>
                    <a:pt x="4493" y="1441"/>
                    <a:pt x="4451" y="1456"/>
                    <a:pt x="4418" y="1489"/>
                  </a:cubicBezTo>
                  <a:cubicBezTo>
                    <a:pt x="4347" y="1548"/>
                    <a:pt x="4335" y="1667"/>
                    <a:pt x="4406" y="1739"/>
                  </a:cubicBezTo>
                  <a:cubicBezTo>
                    <a:pt x="4716" y="2084"/>
                    <a:pt x="4882" y="2524"/>
                    <a:pt x="4882" y="2989"/>
                  </a:cubicBezTo>
                  <a:cubicBezTo>
                    <a:pt x="4882" y="3477"/>
                    <a:pt x="4692" y="3941"/>
                    <a:pt x="4358" y="4298"/>
                  </a:cubicBezTo>
                  <a:cubicBezTo>
                    <a:pt x="4347" y="4263"/>
                    <a:pt x="4311" y="4251"/>
                    <a:pt x="4287" y="4239"/>
                  </a:cubicBezTo>
                  <a:lnTo>
                    <a:pt x="3561" y="3644"/>
                  </a:lnTo>
                  <a:lnTo>
                    <a:pt x="3561" y="3477"/>
                  </a:lnTo>
                  <a:cubicBezTo>
                    <a:pt x="3882" y="3286"/>
                    <a:pt x="4096" y="2929"/>
                    <a:pt x="4096" y="2524"/>
                  </a:cubicBezTo>
                  <a:lnTo>
                    <a:pt x="4096" y="1917"/>
                  </a:lnTo>
                  <a:lnTo>
                    <a:pt x="4096" y="1417"/>
                  </a:lnTo>
                  <a:cubicBezTo>
                    <a:pt x="4096" y="1096"/>
                    <a:pt x="3835" y="846"/>
                    <a:pt x="3525" y="846"/>
                  </a:cubicBezTo>
                  <a:lnTo>
                    <a:pt x="2489" y="846"/>
                  </a:lnTo>
                  <a:lnTo>
                    <a:pt x="2191" y="738"/>
                  </a:lnTo>
                  <a:cubicBezTo>
                    <a:pt x="2164" y="730"/>
                    <a:pt x="2136" y="727"/>
                    <a:pt x="2109" y="727"/>
                  </a:cubicBezTo>
                  <a:cubicBezTo>
                    <a:pt x="2055" y="727"/>
                    <a:pt x="2005" y="742"/>
                    <a:pt x="1965" y="774"/>
                  </a:cubicBezTo>
                  <a:cubicBezTo>
                    <a:pt x="1906" y="822"/>
                    <a:pt x="1858" y="893"/>
                    <a:pt x="1858" y="977"/>
                  </a:cubicBezTo>
                  <a:lnTo>
                    <a:pt x="1858" y="1905"/>
                  </a:lnTo>
                  <a:lnTo>
                    <a:pt x="1858" y="2512"/>
                  </a:lnTo>
                  <a:cubicBezTo>
                    <a:pt x="1858" y="2917"/>
                    <a:pt x="2072" y="3274"/>
                    <a:pt x="2394" y="3465"/>
                  </a:cubicBezTo>
                  <a:lnTo>
                    <a:pt x="2394" y="3632"/>
                  </a:lnTo>
                  <a:lnTo>
                    <a:pt x="1668" y="4227"/>
                  </a:lnTo>
                  <a:cubicBezTo>
                    <a:pt x="1632" y="4239"/>
                    <a:pt x="1620" y="4275"/>
                    <a:pt x="1608" y="4286"/>
                  </a:cubicBezTo>
                  <a:cubicBezTo>
                    <a:pt x="1275" y="3929"/>
                    <a:pt x="1084" y="3465"/>
                    <a:pt x="1084" y="2977"/>
                  </a:cubicBezTo>
                  <a:cubicBezTo>
                    <a:pt x="1084" y="2512"/>
                    <a:pt x="1251" y="2072"/>
                    <a:pt x="1560" y="1727"/>
                  </a:cubicBezTo>
                  <a:cubicBezTo>
                    <a:pt x="1620" y="1655"/>
                    <a:pt x="1620" y="1536"/>
                    <a:pt x="1549" y="1477"/>
                  </a:cubicBezTo>
                  <a:cubicBezTo>
                    <a:pt x="1514" y="1448"/>
                    <a:pt x="1470" y="1433"/>
                    <a:pt x="1424" y="1433"/>
                  </a:cubicBezTo>
                  <a:cubicBezTo>
                    <a:pt x="1374" y="1433"/>
                    <a:pt x="1324" y="1451"/>
                    <a:pt x="1287" y="1489"/>
                  </a:cubicBezTo>
                  <a:cubicBezTo>
                    <a:pt x="929" y="1905"/>
                    <a:pt x="727" y="2429"/>
                    <a:pt x="727" y="2977"/>
                  </a:cubicBezTo>
                  <a:cubicBezTo>
                    <a:pt x="727" y="3596"/>
                    <a:pt x="977" y="4191"/>
                    <a:pt x="1441" y="4632"/>
                  </a:cubicBezTo>
                  <a:cubicBezTo>
                    <a:pt x="1429" y="4667"/>
                    <a:pt x="1429" y="4715"/>
                    <a:pt x="1429" y="4763"/>
                  </a:cubicBezTo>
                  <a:lnTo>
                    <a:pt x="1429" y="5084"/>
                  </a:lnTo>
                  <a:cubicBezTo>
                    <a:pt x="787" y="4608"/>
                    <a:pt x="370" y="3834"/>
                    <a:pt x="370" y="2977"/>
                  </a:cubicBezTo>
                  <a:cubicBezTo>
                    <a:pt x="370" y="2262"/>
                    <a:pt x="656" y="1596"/>
                    <a:pt x="1156" y="1096"/>
                  </a:cubicBezTo>
                  <a:cubicBezTo>
                    <a:pt x="1239" y="1024"/>
                    <a:pt x="1239" y="917"/>
                    <a:pt x="1156" y="846"/>
                  </a:cubicBezTo>
                  <a:cubicBezTo>
                    <a:pt x="1120" y="810"/>
                    <a:pt x="1075" y="792"/>
                    <a:pt x="1031" y="792"/>
                  </a:cubicBezTo>
                  <a:cubicBezTo>
                    <a:pt x="986" y="792"/>
                    <a:pt x="941" y="810"/>
                    <a:pt x="906" y="846"/>
                  </a:cubicBezTo>
                  <a:cubicBezTo>
                    <a:pt x="322" y="1417"/>
                    <a:pt x="1" y="2167"/>
                    <a:pt x="1" y="2989"/>
                  </a:cubicBezTo>
                  <a:cubicBezTo>
                    <a:pt x="1" y="4644"/>
                    <a:pt x="1334" y="5977"/>
                    <a:pt x="2989" y="5977"/>
                  </a:cubicBezTo>
                  <a:cubicBezTo>
                    <a:pt x="4644" y="5977"/>
                    <a:pt x="5978" y="4644"/>
                    <a:pt x="5978" y="2989"/>
                  </a:cubicBezTo>
                  <a:cubicBezTo>
                    <a:pt x="5966" y="1358"/>
                    <a:pt x="4632" y="0"/>
                    <a:pt x="2977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2" name="Google Shape;2062;p83"/>
          <p:cNvSpPr/>
          <p:nvPr/>
        </p:nvSpPr>
        <p:spPr>
          <a:xfrm>
            <a:off x="4174373" y="664075"/>
            <a:ext cx="789900" cy="789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3" name="Google Shape;2063;p83"/>
          <p:cNvGrpSpPr/>
          <p:nvPr/>
        </p:nvGrpSpPr>
        <p:grpSpPr>
          <a:xfrm>
            <a:off x="4309307" y="784970"/>
            <a:ext cx="520034" cy="548111"/>
            <a:chOff x="7194411" y="4203693"/>
            <a:chExt cx="380392" cy="403676"/>
          </a:xfrm>
        </p:grpSpPr>
        <p:sp>
          <p:nvSpPr>
            <p:cNvPr id="2064" name="Google Shape;2064;p83"/>
            <p:cNvSpPr/>
            <p:nvPr/>
          </p:nvSpPr>
          <p:spPr>
            <a:xfrm>
              <a:off x="7463137" y="4332813"/>
              <a:ext cx="105478" cy="130455"/>
            </a:xfrm>
            <a:custGeom>
              <a:rect b="b" l="l" r="r" t="t"/>
              <a:pathLst>
                <a:path extrusionOk="0" h="4006" w="3239">
                  <a:moveTo>
                    <a:pt x="3029" y="0"/>
                  </a:moveTo>
                  <a:cubicBezTo>
                    <a:pt x="3004" y="0"/>
                    <a:pt x="2978" y="4"/>
                    <a:pt x="2953" y="13"/>
                  </a:cubicBezTo>
                  <a:lnTo>
                    <a:pt x="1036" y="846"/>
                  </a:lnTo>
                  <a:lnTo>
                    <a:pt x="0" y="1334"/>
                  </a:lnTo>
                  <a:lnTo>
                    <a:pt x="0" y="2751"/>
                  </a:lnTo>
                  <a:lnTo>
                    <a:pt x="1036" y="3156"/>
                  </a:lnTo>
                  <a:lnTo>
                    <a:pt x="2953" y="3989"/>
                  </a:lnTo>
                  <a:cubicBezTo>
                    <a:pt x="2980" y="4001"/>
                    <a:pt x="3008" y="4006"/>
                    <a:pt x="3034" y="4006"/>
                  </a:cubicBezTo>
                  <a:cubicBezTo>
                    <a:pt x="3145" y="4006"/>
                    <a:pt x="3239" y="3912"/>
                    <a:pt x="3239" y="3787"/>
                  </a:cubicBezTo>
                  <a:lnTo>
                    <a:pt x="3239" y="191"/>
                  </a:lnTo>
                  <a:cubicBezTo>
                    <a:pt x="3239" y="84"/>
                    <a:pt x="3142" y="0"/>
                    <a:pt x="3029" y="0"/>
                  </a:cubicBezTo>
                  <a:close/>
                </a:path>
              </a:pathLst>
            </a:custGeom>
            <a:solidFill>
              <a:srgbClr val="E2AB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83"/>
            <p:cNvSpPr/>
            <p:nvPr/>
          </p:nvSpPr>
          <p:spPr>
            <a:xfrm>
              <a:off x="7200240" y="4209131"/>
              <a:ext cx="232286" cy="392017"/>
            </a:xfrm>
            <a:custGeom>
              <a:rect b="b" l="l" r="r" t="t"/>
              <a:pathLst>
                <a:path extrusionOk="0" h="12038" w="7133">
                  <a:moveTo>
                    <a:pt x="1251" y="1"/>
                  </a:moveTo>
                  <a:cubicBezTo>
                    <a:pt x="560" y="1"/>
                    <a:pt x="1" y="560"/>
                    <a:pt x="1" y="1251"/>
                  </a:cubicBezTo>
                  <a:lnTo>
                    <a:pt x="1" y="10788"/>
                  </a:lnTo>
                  <a:cubicBezTo>
                    <a:pt x="1" y="11478"/>
                    <a:pt x="572" y="12038"/>
                    <a:pt x="1251" y="12038"/>
                  </a:cubicBezTo>
                  <a:lnTo>
                    <a:pt x="5882" y="12038"/>
                  </a:lnTo>
                  <a:cubicBezTo>
                    <a:pt x="6561" y="12038"/>
                    <a:pt x="7132" y="11478"/>
                    <a:pt x="7132" y="10788"/>
                  </a:cubicBezTo>
                  <a:lnTo>
                    <a:pt x="7132" y="1251"/>
                  </a:lnTo>
                  <a:cubicBezTo>
                    <a:pt x="7132" y="560"/>
                    <a:pt x="6561" y="1"/>
                    <a:pt x="5882" y="1"/>
                  </a:cubicBezTo>
                  <a:close/>
                </a:path>
              </a:pathLst>
            </a:custGeom>
            <a:solidFill>
              <a:srgbClr val="E2AB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83"/>
            <p:cNvSpPr/>
            <p:nvPr/>
          </p:nvSpPr>
          <p:spPr>
            <a:xfrm>
              <a:off x="7200240" y="4208741"/>
              <a:ext cx="72164" cy="392017"/>
            </a:xfrm>
            <a:custGeom>
              <a:rect b="b" l="l" r="r" t="t"/>
              <a:pathLst>
                <a:path extrusionOk="0" h="12038" w="2216">
                  <a:moveTo>
                    <a:pt x="1251" y="1"/>
                  </a:moveTo>
                  <a:cubicBezTo>
                    <a:pt x="572" y="1"/>
                    <a:pt x="1" y="560"/>
                    <a:pt x="1" y="1251"/>
                  </a:cubicBezTo>
                  <a:lnTo>
                    <a:pt x="1" y="10788"/>
                  </a:lnTo>
                  <a:cubicBezTo>
                    <a:pt x="1" y="11466"/>
                    <a:pt x="560" y="12038"/>
                    <a:pt x="1251" y="12038"/>
                  </a:cubicBezTo>
                  <a:lnTo>
                    <a:pt x="2215" y="12038"/>
                  </a:lnTo>
                  <a:cubicBezTo>
                    <a:pt x="2037" y="11812"/>
                    <a:pt x="1917" y="11502"/>
                    <a:pt x="1917" y="11157"/>
                  </a:cubicBezTo>
                  <a:lnTo>
                    <a:pt x="1917" y="703"/>
                  </a:lnTo>
                  <a:cubicBezTo>
                    <a:pt x="1917" y="453"/>
                    <a:pt x="1977" y="203"/>
                    <a:pt x="2096" y="1"/>
                  </a:cubicBezTo>
                  <a:close/>
                </a:path>
              </a:pathLst>
            </a:custGeom>
            <a:solidFill>
              <a:srgbClr val="CF72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83"/>
            <p:cNvSpPr/>
            <p:nvPr/>
          </p:nvSpPr>
          <p:spPr>
            <a:xfrm>
              <a:off x="7328579" y="4324281"/>
              <a:ext cx="103947" cy="147389"/>
            </a:xfrm>
            <a:custGeom>
              <a:rect b="b" l="l" r="r" t="t"/>
              <a:pathLst>
                <a:path extrusionOk="0" h="4526" w="3192">
                  <a:moveTo>
                    <a:pt x="1048" y="1"/>
                  </a:moveTo>
                  <a:cubicBezTo>
                    <a:pt x="465" y="1"/>
                    <a:pt x="1" y="465"/>
                    <a:pt x="1" y="1048"/>
                  </a:cubicBezTo>
                  <a:lnTo>
                    <a:pt x="1" y="3489"/>
                  </a:lnTo>
                  <a:cubicBezTo>
                    <a:pt x="1" y="4073"/>
                    <a:pt x="465" y="4525"/>
                    <a:pt x="1048" y="4525"/>
                  </a:cubicBezTo>
                  <a:lnTo>
                    <a:pt x="3191" y="4525"/>
                  </a:lnTo>
                  <a:lnTo>
                    <a:pt x="3191" y="1"/>
                  </a:lnTo>
                  <a:close/>
                </a:path>
              </a:pathLst>
            </a:custGeom>
            <a:solidFill>
              <a:srgbClr val="CF72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83"/>
            <p:cNvSpPr/>
            <p:nvPr/>
          </p:nvSpPr>
          <p:spPr>
            <a:xfrm>
              <a:off x="7223882" y="4232774"/>
              <a:ext cx="185393" cy="344733"/>
            </a:xfrm>
            <a:custGeom>
              <a:rect b="b" l="l" r="r" t="t"/>
              <a:pathLst>
                <a:path extrusionOk="0" h="10586" w="5693">
                  <a:moveTo>
                    <a:pt x="525" y="1"/>
                  </a:moveTo>
                  <a:cubicBezTo>
                    <a:pt x="239" y="1"/>
                    <a:pt x="1" y="227"/>
                    <a:pt x="1" y="525"/>
                  </a:cubicBezTo>
                  <a:lnTo>
                    <a:pt x="1" y="10062"/>
                  </a:lnTo>
                  <a:cubicBezTo>
                    <a:pt x="1" y="10347"/>
                    <a:pt x="227" y="10585"/>
                    <a:pt x="525" y="10585"/>
                  </a:cubicBezTo>
                  <a:lnTo>
                    <a:pt x="5156" y="10585"/>
                  </a:lnTo>
                  <a:cubicBezTo>
                    <a:pt x="5442" y="10585"/>
                    <a:pt x="5680" y="10359"/>
                    <a:pt x="5680" y="10062"/>
                  </a:cubicBezTo>
                  <a:lnTo>
                    <a:pt x="5692" y="10062"/>
                  </a:lnTo>
                  <a:lnTo>
                    <a:pt x="5692" y="525"/>
                  </a:lnTo>
                  <a:cubicBezTo>
                    <a:pt x="5692" y="239"/>
                    <a:pt x="5466" y="1"/>
                    <a:pt x="5168" y="1"/>
                  </a:cubicBezTo>
                  <a:lnTo>
                    <a:pt x="4871" y="1"/>
                  </a:lnTo>
                  <a:cubicBezTo>
                    <a:pt x="4799" y="1"/>
                    <a:pt x="4751" y="48"/>
                    <a:pt x="4728" y="108"/>
                  </a:cubicBezTo>
                  <a:lnTo>
                    <a:pt x="4644" y="299"/>
                  </a:lnTo>
                  <a:cubicBezTo>
                    <a:pt x="4561" y="513"/>
                    <a:pt x="4370" y="644"/>
                    <a:pt x="4144" y="644"/>
                  </a:cubicBezTo>
                  <a:lnTo>
                    <a:pt x="1549" y="644"/>
                  </a:lnTo>
                  <a:cubicBezTo>
                    <a:pt x="1334" y="644"/>
                    <a:pt x="1120" y="513"/>
                    <a:pt x="1049" y="299"/>
                  </a:cubicBezTo>
                  <a:lnTo>
                    <a:pt x="977" y="108"/>
                  </a:lnTo>
                  <a:cubicBezTo>
                    <a:pt x="941" y="48"/>
                    <a:pt x="882" y="1"/>
                    <a:pt x="822" y="1"/>
                  </a:cubicBezTo>
                  <a:close/>
                </a:path>
              </a:pathLst>
            </a:custGeom>
            <a:solidFill>
              <a:srgbClr val="68AA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83"/>
            <p:cNvSpPr/>
            <p:nvPr/>
          </p:nvSpPr>
          <p:spPr>
            <a:xfrm>
              <a:off x="7328188" y="4324281"/>
              <a:ext cx="80696" cy="147389"/>
            </a:xfrm>
            <a:custGeom>
              <a:rect b="b" l="l" r="r" t="t"/>
              <a:pathLst>
                <a:path extrusionOk="0" h="4526" w="2478">
                  <a:moveTo>
                    <a:pt x="1048" y="1"/>
                  </a:moveTo>
                  <a:cubicBezTo>
                    <a:pt x="465" y="1"/>
                    <a:pt x="1" y="465"/>
                    <a:pt x="1" y="1048"/>
                  </a:cubicBezTo>
                  <a:lnTo>
                    <a:pt x="1" y="3489"/>
                  </a:lnTo>
                  <a:cubicBezTo>
                    <a:pt x="1" y="4073"/>
                    <a:pt x="465" y="4525"/>
                    <a:pt x="1048" y="4525"/>
                  </a:cubicBezTo>
                  <a:lnTo>
                    <a:pt x="2477" y="4525"/>
                  </a:lnTo>
                  <a:lnTo>
                    <a:pt x="2477" y="1"/>
                  </a:lnTo>
                  <a:close/>
                </a:path>
              </a:pathLst>
            </a:custGeom>
            <a:solidFill>
              <a:srgbClr val="3165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83"/>
            <p:cNvSpPr/>
            <p:nvPr/>
          </p:nvSpPr>
          <p:spPr>
            <a:xfrm>
              <a:off x="7223882" y="4232383"/>
              <a:ext cx="39599" cy="345515"/>
            </a:xfrm>
            <a:custGeom>
              <a:rect b="b" l="l" r="r" t="t"/>
              <a:pathLst>
                <a:path extrusionOk="0" h="10610" w="1216">
                  <a:moveTo>
                    <a:pt x="525" y="1"/>
                  </a:moveTo>
                  <a:cubicBezTo>
                    <a:pt x="227" y="1"/>
                    <a:pt x="1" y="239"/>
                    <a:pt x="1" y="525"/>
                  </a:cubicBezTo>
                  <a:lnTo>
                    <a:pt x="1" y="10062"/>
                  </a:lnTo>
                  <a:cubicBezTo>
                    <a:pt x="1" y="10359"/>
                    <a:pt x="239" y="10586"/>
                    <a:pt x="525" y="10586"/>
                  </a:cubicBezTo>
                  <a:lnTo>
                    <a:pt x="1214" y="10586"/>
                  </a:lnTo>
                  <a:cubicBezTo>
                    <a:pt x="1209" y="10537"/>
                    <a:pt x="1191" y="10494"/>
                    <a:pt x="1191" y="10443"/>
                  </a:cubicBezTo>
                  <a:lnTo>
                    <a:pt x="1191" y="525"/>
                  </a:lnTo>
                  <a:cubicBezTo>
                    <a:pt x="1120" y="465"/>
                    <a:pt x="1072" y="382"/>
                    <a:pt x="1049" y="299"/>
                  </a:cubicBezTo>
                  <a:lnTo>
                    <a:pt x="977" y="108"/>
                  </a:lnTo>
                  <a:cubicBezTo>
                    <a:pt x="941" y="49"/>
                    <a:pt x="894" y="1"/>
                    <a:pt x="822" y="1"/>
                  </a:cubicBezTo>
                  <a:close/>
                  <a:moveTo>
                    <a:pt x="1214" y="10586"/>
                  </a:moveTo>
                  <a:cubicBezTo>
                    <a:pt x="1215" y="10593"/>
                    <a:pt x="1215" y="10601"/>
                    <a:pt x="1215" y="10609"/>
                  </a:cubicBezTo>
                  <a:lnTo>
                    <a:pt x="1215" y="10586"/>
                  </a:lnTo>
                  <a:close/>
                </a:path>
              </a:pathLst>
            </a:custGeom>
            <a:solidFill>
              <a:srgbClr val="3165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83"/>
            <p:cNvSpPr/>
            <p:nvPr/>
          </p:nvSpPr>
          <p:spPr>
            <a:xfrm>
              <a:off x="7252963" y="4282793"/>
              <a:ext cx="127231" cy="215222"/>
            </a:xfrm>
            <a:custGeom>
              <a:rect b="b" l="l" r="r" t="t"/>
              <a:pathLst>
                <a:path extrusionOk="0" h="6609" w="3907">
                  <a:moveTo>
                    <a:pt x="239" y="1"/>
                  </a:moveTo>
                  <a:cubicBezTo>
                    <a:pt x="108" y="1"/>
                    <a:pt x="1" y="108"/>
                    <a:pt x="1" y="239"/>
                  </a:cubicBezTo>
                  <a:lnTo>
                    <a:pt x="1" y="6371"/>
                  </a:lnTo>
                  <a:cubicBezTo>
                    <a:pt x="1" y="6502"/>
                    <a:pt x="108" y="6609"/>
                    <a:pt x="239" y="6609"/>
                  </a:cubicBezTo>
                  <a:lnTo>
                    <a:pt x="3668" y="6609"/>
                  </a:lnTo>
                  <a:cubicBezTo>
                    <a:pt x="3799" y="6609"/>
                    <a:pt x="3906" y="6502"/>
                    <a:pt x="3906" y="6371"/>
                  </a:cubicBezTo>
                  <a:lnTo>
                    <a:pt x="3906" y="239"/>
                  </a:lnTo>
                  <a:cubicBezTo>
                    <a:pt x="3906" y="108"/>
                    <a:pt x="3799" y="1"/>
                    <a:pt x="3668" y="1"/>
                  </a:cubicBezTo>
                  <a:close/>
                </a:path>
              </a:pathLst>
            </a:custGeom>
            <a:solidFill>
              <a:srgbClr val="EDE7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83"/>
            <p:cNvSpPr/>
            <p:nvPr/>
          </p:nvSpPr>
          <p:spPr>
            <a:xfrm>
              <a:off x="7463137" y="4354143"/>
              <a:ext cx="49629" cy="88056"/>
            </a:xfrm>
            <a:custGeom>
              <a:rect b="b" l="l" r="r" t="t"/>
              <a:pathLst>
                <a:path extrusionOk="0" h="2704" w="1524">
                  <a:moveTo>
                    <a:pt x="1512" y="1"/>
                  </a:moveTo>
                  <a:lnTo>
                    <a:pt x="1036" y="203"/>
                  </a:lnTo>
                  <a:lnTo>
                    <a:pt x="0" y="679"/>
                  </a:lnTo>
                  <a:lnTo>
                    <a:pt x="0" y="2096"/>
                  </a:lnTo>
                  <a:lnTo>
                    <a:pt x="1036" y="2501"/>
                  </a:lnTo>
                  <a:lnTo>
                    <a:pt x="1512" y="2703"/>
                  </a:lnTo>
                  <a:cubicBezTo>
                    <a:pt x="1512" y="2656"/>
                    <a:pt x="1524" y="2620"/>
                    <a:pt x="1524" y="2572"/>
                  </a:cubicBezTo>
                  <a:lnTo>
                    <a:pt x="1524" y="131"/>
                  </a:lnTo>
                  <a:cubicBezTo>
                    <a:pt x="1524" y="84"/>
                    <a:pt x="1524" y="36"/>
                    <a:pt x="1512" y="1"/>
                  </a:cubicBezTo>
                  <a:close/>
                </a:path>
              </a:pathLst>
            </a:custGeom>
            <a:solidFill>
              <a:srgbClr val="C449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83"/>
            <p:cNvSpPr/>
            <p:nvPr/>
          </p:nvSpPr>
          <p:spPr>
            <a:xfrm>
              <a:off x="7344080" y="4339782"/>
              <a:ext cx="152795" cy="116355"/>
            </a:xfrm>
            <a:custGeom>
              <a:rect b="b" l="l" r="r" t="t"/>
              <a:pathLst>
                <a:path extrusionOk="0" h="3573" w="4692">
                  <a:moveTo>
                    <a:pt x="572" y="1"/>
                  </a:moveTo>
                  <a:cubicBezTo>
                    <a:pt x="263" y="1"/>
                    <a:pt x="1" y="263"/>
                    <a:pt x="1" y="572"/>
                  </a:cubicBezTo>
                  <a:lnTo>
                    <a:pt x="1" y="3013"/>
                  </a:lnTo>
                  <a:cubicBezTo>
                    <a:pt x="1" y="3323"/>
                    <a:pt x="263" y="3573"/>
                    <a:pt x="572" y="3573"/>
                  </a:cubicBezTo>
                  <a:lnTo>
                    <a:pt x="4132" y="3573"/>
                  </a:lnTo>
                  <a:cubicBezTo>
                    <a:pt x="4442" y="3573"/>
                    <a:pt x="4692" y="3323"/>
                    <a:pt x="4692" y="3013"/>
                  </a:cubicBezTo>
                  <a:lnTo>
                    <a:pt x="4692" y="572"/>
                  </a:lnTo>
                  <a:cubicBezTo>
                    <a:pt x="4692" y="263"/>
                    <a:pt x="4442" y="1"/>
                    <a:pt x="4132" y="1"/>
                  </a:cubicBezTo>
                  <a:close/>
                </a:path>
              </a:pathLst>
            </a:custGeom>
            <a:solidFill>
              <a:srgbClr val="E2AB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83"/>
            <p:cNvSpPr/>
            <p:nvPr/>
          </p:nvSpPr>
          <p:spPr>
            <a:xfrm>
              <a:off x="7344080" y="4340564"/>
              <a:ext cx="152795" cy="115964"/>
            </a:xfrm>
            <a:custGeom>
              <a:rect b="b" l="l" r="r" t="t"/>
              <a:pathLst>
                <a:path extrusionOk="0" h="3561" w="4692">
                  <a:moveTo>
                    <a:pt x="572" y="1"/>
                  </a:moveTo>
                  <a:cubicBezTo>
                    <a:pt x="263" y="1"/>
                    <a:pt x="1" y="251"/>
                    <a:pt x="1" y="560"/>
                  </a:cubicBezTo>
                  <a:lnTo>
                    <a:pt x="1" y="3001"/>
                  </a:lnTo>
                  <a:cubicBezTo>
                    <a:pt x="1" y="3311"/>
                    <a:pt x="263" y="3561"/>
                    <a:pt x="572" y="3561"/>
                  </a:cubicBezTo>
                  <a:lnTo>
                    <a:pt x="4132" y="3561"/>
                  </a:lnTo>
                  <a:cubicBezTo>
                    <a:pt x="4442" y="3561"/>
                    <a:pt x="4680" y="3311"/>
                    <a:pt x="4692" y="3013"/>
                  </a:cubicBezTo>
                  <a:lnTo>
                    <a:pt x="2061" y="3013"/>
                  </a:lnTo>
                  <a:lnTo>
                    <a:pt x="2061" y="2989"/>
                  </a:lnTo>
                  <a:cubicBezTo>
                    <a:pt x="1537" y="2989"/>
                    <a:pt x="1108" y="2561"/>
                    <a:pt x="1108" y="2037"/>
                  </a:cubicBezTo>
                  <a:lnTo>
                    <a:pt x="1108" y="1"/>
                  </a:lnTo>
                  <a:close/>
                </a:path>
              </a:pathLst>
            </a:custGeom>
            <a:solidFill>
              <a:srgbClr val="C449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83"/>
            <p:cNvSpPr/>
            <p:nvPr/>
          </p:nvSpPr>
          <p:spPr>
            <a:xfrm>
              <a:off x="7402241" y="4376255"/>
              <a:ext cx="37645" cy="43442"/>
            </a:xfrm>
            <a:custGeom>
              <a:rect b="b" l="l" r="r" t="t"/>
              <a:pathLst>
                <a:path extrusionOk="0" h="1334" w="1156">
                  <a:moveTo>
                    <a:pt x="243" y="0"/>
                  </a:moveTo>
                  <a:cubicBezTo>
                    <a:pt x="119" y="0"/>
                    <a:pt x="1" y="101"/>
                    <a:pt x="1" y="238"/>
                  </a:cubicBezTo>
                  <a:lnTo>
                    <a:pt x="1" y="1084"/>
                  </a:lnTo>
                  <a:cubicBezTo>
                    <a:pt x="1" y="1230"/>
                    <a:pt x="120" y="1333"/>
                    <a:pt x="244" y="1333"/>
                  </a:cubicBezTo>
                  <a:cubicBezTo>
                    <a:pt x="291" y="1333"/>
                    <a:pt x="339" y="1319"/>
                    <a:pt x="382" y="1286"/>
                  </a:cubicBezTo>
                  <a:lnTo>
                    <a:pt x="1001" y="869"/>
                  </a:lnTo>
                  <a:cubicBezTo>
                    <a:pt x="1156" y="762"/>
                    <a:pt x="1156" y="548"/>
                    <a:pt x="1001" y="465"/>
                  </a:cubicBezTo>
                  <a:lnTo>
                    <a:pt x="382" y="48"/>
                  </a:lnTo>
                  <a:cubicBezTo>
                    <a:pt x="339" y="15"/>
                    <a:pt x="291" y="0"/>
                    <a:pt x="243" y="0"/>
                  </a:cubicBezTo>
                  <a:close/>
                </a:path>
              </a:pathLst>
            </a:custGeom>
            <a:solidFill>
              <a:srgbClr val="F3F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83"/>
            <p:cNvSpPr/>
            <p:nvPr/>
          </p:nvSpPr>
          <p:spPr>
            <a:xfrm>
              <a:off x="7194411" y="4203693"/>
              <a:ext cx="243912" cy="403676"/>
            </a:xfrm>
            <a:custGeom>
              <a:rect b="b" l="l" r="r" t="t"/>
              <a:pathLst>
                <a:path extrusionOk="0" h="12396" w="7490">
                  <a:moveTo>
                    <a:pt x="1430" y="1"/>
                  </a:moveTo>
                  <a:cubicBezTo>
                    <a:pt x="644" y="1"/>
                    <a:pt x="1" y="644"/>
                    <a:pt x="1" y="1430"/>
                  </a:cubicBezTo>
                  <a:lnTo>
                    <a:pt x="1" y="10967"/>
                  </a:lnTo>
                  <a:cubicBezTo>
                    <a:pt x="1" y="11764"/>
                    <a:pt x="644" y="12395"/>
                    <a:pt x="1430" y="12395"/>
                  </a:cubicBezTo>
                  <a:lnTo>
                    <a:pt x="6061" y="12395"/>
                  </a:lnTo>
                  <a:cubicBezTo>
                    <a:pt x="6847" y="12395"/>
                    <a:pt x="7490" y="11764"/>
                    <a:pt x="7490" y="10967"/>
                  </a:cubicBezTo>
                  <a:lnTo>
                    <a:pt x="7490" y="8466"/>
                  </a:lnTo>
                  <a:cubicBezTo>
                    <a:pt x="7490" y="8383"/>
                    <a:pt x="7419" y="8288"/>
                    <a:pt x="7311" y="8288"/>
                  </a:cubicBezTo>
                  <a:cubicBezTo>
                    <a:pt x="7204" y="8288"/>
                    <a:pt x="7133" y="8371"/>
                    <a:pt x="7133" y="8466"/>
                  </a:cubicBezTo>
                  <a:lnTo>
                    <a:pt x="7133" y="10967"/>
                  </a:lnTo>
                  <a:cubicBezTo>
                    <a:pt x="7133" y="11562"/>
                    <a:pt x="6657" y="12038"/>
                    <a:pt x="6061" y="12038"/>
                  </a:cubicBezTo>
                  <a:lnTo>
                    <a:pt x="1430" y="12038"/>
                  </a:lnTo>
                  <a:cubicBezTo>
                    <a:pt x="834" y="12038"/>
                    <a:pt x="358" y="11562"/>
                    <a:pt x="358" y="10967"/>
                  </a:cubicBezTo>
                  <a:lnTo>
                    <a:pt x="358" y="1430"/>
                  </a:lnTo>
                  <a:cubicBezTo>
                    <a:pt x="358" y="834"/>
                    <a:pt x="834" y="358"/>
                    <a:pt x="1430" y="358"/>
                  </a:cubicBezTo>
                  <a:lnTo>
                    <a:pt x="6061" y="358"/>
                  </a:lnTo>
                  <a:cubicBezTo>
                    <a:pt x="6657" y="358"/>
                    <a:pt x="7133" y="834"/>
                    <a:pt x="7133" y="1430"/>
                  </a:cubicBezTo>
                  <a:lnTo>
                    <a:pt x="7133" y="3466"/>
                  </a:lnTo>
                  <a:cubicBezTo>
                    <a:pt x="7133" y="3573"/>
                    <a:pt x="7204" y="3644"/>
                    <a:pt x="7311" y="3644"/>
                  </a:cubicBezTo>
                  <a:cubicBezTo>
                    <a:pt x="7419" y="3644"/>
                    <a:pt x="7490" y="3573"/>
                    <a:pt x="7490" y="3466"/>
                  </a:cubicBezTo>
                  <a:lnTo>
                    <a:pt x="7490" y="1430"/>
                  </a:lnTo>
                  <a:cubicBezTo>
                    <a:pt x="7490" y="644"/>
                    <a:pt x="6847" y="1"/>
                    <a:pt x="6061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83"/>
            <p:cNvSpPr/>
            <p:nvPr/>
          </p:nvSpPr>
          <p:spPr>
            <a:xfrm>
              <a:off x="7217695" y="4226977"/>
              <a:ext cx="196986" cy="269866"/>
            </a:xfrm>
            <a:custGeom>
              <a:rect b="b" l="l" r="r" t="t"/>
              <a:pathLst>
                <a:path extrusionOk="0" h="8287" w="6049">
                  <a:moveTo>
                    <a:pt x="715" y="0"/>
                  </a:moveTo>
                  <a:cubicBezTo>
                    <a:pt x="334" y="0"/>
                    <a:pt x="0" y="310"/>
                    <a:pt x="0" y="715"/>
                  </a:cubicBezTo>
                  <a:lnTo>
                    <a:pt x="0" y="8108"/>
                  </a:lnTo>
                  <a:cubicBezTo>
                    <a:pt x="0" y="8216"/>
                    <a:pt x="72" y="8287"/>
                    <a:pt x="179" y="8287"/>
                  </a:cubicBezTo>
                  <a:cubicBezTo>
                    <a:pt x="286" y="8287"/>
                    <a:pt x="358" y="8216"/>
                    <a:pt x="358" y="8108"/>
                  </a:cubicBezTo>
                  <a:lnTo>
                    <a:pt x="358" y="715"/>
                  </a:lnTo>
                  <a:cubicBezTo>
                    <a:pt x="358" y="524"/>
                    <a:pt x="512" y="369"/>
                    <a:pt x="703" y="369"/>
                  </a:cubicBezTo>
                  <a:lnTo>
                    <a:pt x="989" y="369"/>
                  </a:lnTo>
                  <a:lnTo>
                    <a:pt x="1048" y="548"/>
                  </a:lnTo>
                  <a:cubicBezTo>
                    <a:pt x="1143" y="834"/>
                    <a:pt x="1417" y="1012"/>
                    <a:pt x="1715" y="1012"/>
                  </a:cubicBezTo>
                  <a:lnTo>
                    <a:pt x="4299" y="1012"/>
                  </a:lnTo>
                  <a:cubicBezTo>
                    <a:pt x="4596" y="1012"/>
                    <a:pt x="4870" y="822"/>
                    <a:pt x="4977" y="548"/>
                  </a:cubicBezTo>
                  <a:lnTo>
                    <a:pt x="5037" y="369"/>
                  </a:lnTo>
                  <a:lnTo>
                    <a:pt x="5311" y="369"/>
                  </a:lnTo>
                  <a:cubicBezTo>
                    <a:pt x="5513" y="369"/>
                    <a:pt x="5656" y="524"/>
                    <a:pt x="5656" y="715"/>
                  </a:cubicBezTo>
                  <a:lnTo>
                    <a:pt x="5656" y="2751"/>
                  </a:lnTo>
                  <a:cubicBezTo>
                    <a:pt x="5692" y="2846"/>
                    <a:pt x="5775" y="2929"/>
                    <a:pt x="5870" y="2929"/>
                  </a:cubicBezTo>
                  <a:cubicBezTo>
                    <a:pt x="5965" y="2929"/>
                    <a:pt x="6049" y="2858"/>
                    <a:pt x="6049" y="2751"/>
                  </a:cubicBezTo>
                  <a:lnTo>
                    <a:pt x="6049" y="715"/>
                  </a:lnTo>
                  <a:cubicBezTo>
                    <a:pt x="6049" y="322"/>
                    <a:pt x="5727" y="0"/>
                    <a:pt x="5334" y="0"/>
                  </a:cubicBezTo>
                  <a:lnTo>
                    <a:pt x="5037" y="0"/>
                  </a:lnTo>
                  <a:cubicBezTo>
                    <a:pt x="4894" y="0"/>
                    <a:pt x="4763" y="96"/>
                    <a:pt x="4715" y="226"/>
                  </a:cubicBezTo>
                  <a:lnTo>
                    <a:pt x="4644" y="417"/>
                  </a:lnTo>
                  <a:cubicBezTo>
                    <a:pt x="4596" y="548"/>
                    <a:pt x="4465" y="643"/>
                    <a:pt x="4322" y="643"/>
                  </a:cubicBezTo>
                  <a:lnTo>
                    <a:pt x="1727" y="643"/>
                  </a:lnTo>
                  <a:cubicBezTo>
                    <a:pt x="1584" y="643"/>
                    <a:pt x="1441" y="548"/>
                    <a:pt x="1405" y="417"/>
                  </a:cubicBezTo>
                  <a:lnTo>
                    <a:pt x="1322" y="226"/>
                  </a:lnTo>
                  <a:cubicBezTo>
                    <a:pt x="1286" y="96"/>
                    <a:pt x="1143" y="0"/>
                    <a:pt x="1012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83"/>
            <p:cNvSpPr/>
            <p:nvPr/>
          </p:nvSpPr>
          <p:spPr>
            <a:xfrm>
              <a:off x="7218086" y="4473559"/>
              <a:ext cx="197376" cy="110526"/>
            </a:xfrm>
            <a:custGeom>
              <a:rect b="b" l="l" r="r" t="t"/>
              <a:pathLst>
                <a:path extrusionOk="0" h="3394" w="6061">
                  <a:moveTo>
                    <a:pt x="5882" y="1"/>
                  </a:moveTo>
                  <a:cubicBezTo>
                    <a:pt x="5775" y="1"/>
                    <a:pt x="5703" y="84"/>
                    <a:pt x="5703" y="179"/>
                  </a:cubicBezTo>
                  <a:lnTo>
                    <a:pt x="5703" y="2680"/>
                  </a:lnTo>
                  <a:cubicBezTo>
                    <a:pt x="5703" y="2882"/>
                    <a:pt x="5549" y="3025"/>
                    <a:pt x="5358" y="3025"/>
                  </a:cubicBezTo>
                  <a:lnTo>
                    <a:pt x="727" y="3025"/>
                  </a:lnTo>
                  <a:cubicBezTo>
                    <a:pt x="536" y="3025"/>
                    <a:pt x="393" y="2882"/>
                    <a:pt x="393" y="2680"/>
                  </a:cubicBezTo>
                  <a:lnTo>
                    <a:pt x="393" y="1310"/>
                  </a:lnTo>
                  <a:cubicBezTo>
                    <a:pt x="357" y="1215"/>
                    <a:pt x="274" y="1132"/>
                    <a:pt x="179" y="1132"/>
                  </a:cubicBezTo>
                  <a:cubicBezTo>
                    <a:pt x="84" y="1132"/>
                    <a:pt x="0" y="1215"/>
                    <a:pt x="0" y="1310"/>
                  </a:cubicBezTo>
                  <a:lnTo>
                    <a:pt x="0" y="2680"/>
                  </a:lnTo>
                  <a:cubicBezTo>
                    <a:pt x="0" y="3072"/>
                    <a:pt x="310" y="3394"/>
                    <a:pt x="715" y="3394"/>
                  </a:cubicBezTo>
                  <a:lnTo>
                    <a:pt x="5346" y="3394"/>
                  </a:lnTo>
                  <a:cubicBezTo>
                    <a:pt x="5727" y="3394"/>
                    <a:pt x="6061" y="3084"/>
                    <a:pt x="6061" y="2680"/>
                  </a:cubicBezTo>
                  <a:lnTo>
                    <a:pt x="6061" y="179"/>
                  </a:lnTo>
                  <a:cubicBezTo>
                    <a:pt x="6061" y="84"/>
                    <a:pt x="5989" y="1"/>
                    <a:pt x="5882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83"/>
            <p:cNvSpPr/>
            <p:nvPr/>
          </p:nvSpPr>
          <p:spPr>
            <a:xfrm>
              <a:off x="7281653" y="4225023"/>
              <a:ext cx="74085" cy="11658"/>
            </a:xfrm>
            <a:custGeom>
              <a:rect b="b" l="l" r="r" t="t"/>
              <a:pathLst>
                <a:path extrusionOk="0" h="358" w="2275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096" y="358"/>
                  </a:lnTo>
                  <a:cubicBezTo>
                    <a:pt x="2204" y="358"/>
                    <a:pt x="2275" y="286"/>
                    <a:pt x="2275" y="179"/>
                  </a:cubicBezTo>
                  <a:cubicBezTo>
                    <a:pt x="2275" y="72"/>
                    <a:pt x="2204" y="1"/>
                    <a:pt x="2096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83"/>
            <p:cNvSpPr/>
            <p:nvPr/>
          </p:nvSpPr>
          <p:spPr>
            <a:xfrm>
              <a:off x="7338674" y="4326561"/>
              <a:ext cx="236129" cy="142374"/>
            </a:xfrm>
            <a:custGeom>
              <a:rect b="b" l="l" r="r" t="t"/>
              <a:pathLst>
                <a:path extrusionOk="0" h="4372" w="7251">
                  <a:moveTo>
                    <a:pt x="4298" y="609"/>
                  </a:moveTo>
                  <a:cubicBezTo>
                    <a:pt x="4501" y="609"/>
                    <a:pt x="4667" y="764"/>
                    <a:pt x="4667" y="978"/>
                  </a:cubicBezTo>
                  <a:lnTo>
                    <a:pt x="4667" y="3419"/>
                  </a:lnTo>
                  <a:cubicBezTo>
                    <a:pt x="4667" y="3622"/>
                    <a:pt x="4501" y="3788"/>
                    <a:pt x="4298" y="3788"/>
                  </a:cubicBezTo>
                  <a:lnTo>
                    <a:pt x="738" y="3788"/>
                  </a:lnTo>
                  <a:cubicBezTo>
                    <a:pt x="524" y="3788"/>
                    <a:pt x="369" y="3622"/>
                    <a:pt x="369" y="3419"/>
                  </a:cubicBezTo>
                  <a:lnTo>
                    <a:pt x="369" y="978"/>
                  </a:lnTo>
                  <a:cubicBezTo>
                    <a:pt x="369" y="764"/>
                    <a:pt x="524" y="609"/>
                    <a:pt x="738" y="609"/>
                  </a:cubicBezTo>
                  <a:close/>
                  <a:moveTo>
                    <a:pt x="6871" y="1"/>
                  </a:moveTo>
                  <a:cubicBezTo>
                    <a:pt x="6819" y="1"/>
                    <a:pt x="6765" y="13"/>
                    <a:pt x="6715" y="38"/>
                  </a:cubicBezTo>
                  <a:lnTo>
                    <a:pt x="5025" y="764"/>
                  </a:lnTo>
                  <a:cubicBezTo>
                    <a:pt x="4929" y="455"/>
                    <a:pt x="4644" y="216"/>
                    <a:pt x="4310" y="216"/>
                  </a:cubicBezTo>
                  <a:lnTo>
                    <a:pt x="750" y="216"/>
                  </a:lnTo>
                  <a:cubicBezTo>
                    <a:pt x="345" y="216"/>
                    <a:pt x="0" y="550"/>
                    <a:pt x="0" y="955"/>
                  </a:cubicBezTo>
                  <a:lnTo>
                    <a:pt x="0" y="3395"/>
                  </a:lnTo>
                  <a:cubicBezTo>
                    <a:pt x="0" y="3800"/>
                    <a:pt x="333" y="4146"/>
                    <a:pt x="750" y="4146"/>
                  </a:cubicBezTo>
                  <a:lnTo>
                    <a:pt x="4310" y="4146"/>
                  </a:lnTo>
                  <a:cubicBezTo>
                    <a:pt x="4644" y="4146"/>
                    <a:pt x="4929" y="3907"/>
                    <a:pt x="5025" y="3598"/>
                  </a:cubicBezTo>
                  <a:lnTo>
                    <a:pt x="5358" y="3741"/>
                  </a:lnTo>
                  <a:cubicBezTo>
                    <a:pt x="5394" y="3753"/>
                    <a:pt x="5406" y="3753"/>
                    <a:pt x="5441" y="3753"/>
                  </a:cubicBezTo>
                  <a:cubicBezTo>
                    <a:pt x="5513" y="3753"/>
                    <a:pt x="5572" y="3717"/>
                    <a:pt x="5596" y="3657"/>
                  </a:cubicBezTo>
                  <a:cubicBezTo>
                    <a:pt x="5644" y="3562"/>
                    <a:pt x="5596" y="3455"/>
                    <a:pt x="5513" y="3419"/>
                  </a:cubicBezTo>
                  <a:lnTo>
                    <a:pt x="5048" y="3217"/>
                  </a:lnTo>
                  <a:lnTo>
                    <a:pt x="5048" y="1157"/>
                  </a:lnTo>
                  <a:lnTo>
                    <a:pt x="6870" y="359"/>
                  </a:lnTo>
                  <a:lnTo>
                    <a:pt x="6882" y="359"/>
                  </a:lnTo>
                  <a:cubicBezTo>
                    <a:pt x="6894" y="359"/>
                    <a:pt x="6894" y="383"/>
                    <a:pt x="6894" y="383"/>
                  </a:cubicBezTo>
                  <a:lnTo>
                    <a:pt x="6894" y="4003"/>
                  </a:lnTo>
                  <a:cubicBezTo>
                    <a:pt x="6894" y="4003"/>
                    <a:pt x="6894" y="4015"/>
                    <a:pt x="6882" y="4015"/>
                  </a:cubicBezTo>
                  <a:lnTo>
                    <a:pt x="6870" y="4015"/>
                  </a:lnTo>
                  <a:lnTo>
                    <a:pt x="6215" y="3729"/>
                  </a:lnTo>
                  <a:cubicBezTo>
                    <a:pt x="6190" y="3716"/>
                    <a:pt x="6164" y="3710"/>
                    <a:pt x="6140" y="3710"/>
                  </a:cubicBezTo>
                  <a:cubicBezTo>
                    <a:pt x="6072" y="3710"/>
                    <a:pt x="6012" y="3754"/>
                    <a:pt x="5977" y="3824"/>
                  </a:cubicBezTo>
                  <a:cubicBezTo>
                    <a:pt x="5929" y="3907"/>
                    <a:pt x="5977" y="4015"/>
                    <a:pt x="6060" y="4062"/>
                  </a:cubicBezTo>
                  <a:lnTo>
                    <a:pt x="6715" y="4336"/>
                  </a:lnTo>
                  <a:cubicBezTo>
                    <a:pt x="6763" y="4360"/>
                    <a:pt x="6822" y="4372"/>
                    <a:pt x="6870" y="4372"/>
                  </a:cubicBezTo>
                  <a:cubicBezTo>
                    <a:pt x="6941" y="4372"/>
                    <a:pt x="7013" y="4360"/>
                    <a:pt x="7072" y="4312"/>
                  </a:cubicBezTo>
                  <a:cubicBezTo>
                    <a:pt x="7180" y="4241"/>
                    <a:pt x="7251" y="4122"/>
                    <a:pt x="7251" y="3979"/>
                  </a:cubicBezTo>
                  <a:lnTo>
                    <a:pt x="7251" y="383"/>
                  </a:lnTo>
                  <a:cubicBezTo>
                    <a:pt x="7239" y="264"/>
                    <a:pt x="7180" y="145"/>
                    <a:pt x="7072" y="74"/>
                  </a:cubicBezTo>
                  <a:cubicBezTo>
                    <a:pt x="7017" y="25"/>
                    <a:pt x="6945" y="1"/>
                    <a:pt x="6871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83"/>
            <p:cNvSpPr/>
            <p:nvPr/>
          </p:nvSpPr>
          <p:spPr>
            <a:xfrm>
              <a:off x="7396444" y="4370621"/>
              <a:ext cx="47708" cy="54514"/>
            </a:xfrm>
            <a:custGeom>
              <a:rect b="b" l="l" r="r" t="t"/>
              <a:pathLst>
                <a:path extrusionOk="0" h="1674" w="1465">
                  <a:moveTo>
                    <a:pt x="417" y="340"/>
                  </a:moveTo>
                  <a:cubicBezTo>
                    <a:pt x="429" y="340"/>
                    <a:pt x="429" y="340"/>
                    <a:pt x="453" y="352"/>
                  </a:cubicBezTo>
                  <a:lnTo>
                    <a:pt x="1072" y="768"/>
                  </a:lnTo>
                  <a:cubicBezTo>
                    <a:pt x="1107" y="780"/>
                    <a:pt x="1107" y="816"/>
                    <a:pt x="1107" y="816"/>
                  </a:cubicBezTo>
                  <a:cubicBezTo>
                    <a:pt x="1107" y="864"/>
                    <a:pt x="1107" y="876"/>
                    <a:pt x="1072" y="888"/>
                  </a:cubicBezTo>
                  <a:lnTo>
                    <a:pt x="453" y="1304"/>
                  </a:lnTo>
                  <a:cubicBezTo>
                    <a:pt x="435" y="1310"/>
                    <a:pt x="423" y="1313"/>
                    <a:pt x="414" y="1313"/>
                  </a:cubicBezTo>
                  <a:cubicBezTo>
                    <a:pt x="405" y="1313"/>
                    <a:pt x="399" y="1310"/>
                    <a:pt x="393" y="1304"/>
                  </a:cubicBezTo>
                  <a:cubicBezTo>
                    <a:pt x="381" y="1304"/>
                    <a:pt x="357" y="1292"/>
                    <a:pt x="357" y="1245"/>
                  </a:cubicBezTo>
                  <a:lnTo>
                    <a:pt x="357" y="399"/>
                  </a:lnTo>
                  <a:cubicBezTo>
                    <a:pt x="357" y="364"/>
                    <a:pt x="369" y="352"/>
                    <a:pt x="393" y="340"/>
                  </a:cubicBezTo>
                  <a:close/>
                  <a:moveTo>
                    <a:pt x="422" y="0"/>
                  </a:moveTo>
                  <a:cubicBezTo>
                    <a:pt x="354" y="0"/>
                    <a:pt x="286" y="15"/>
                    <a:pt x="226" y="42"/>
                  </a:cubicBezTo>
                  <a:cubicBezTo>
                    <a:pt x="95" y="114"/>
                    <a:pt x="0" y="268"/>
                    <a:pt x="0" y="411"/>
                  </a:cubicBezTo>
                  <a:lnTo>
                    <a:pt x="0" y="1257"/>
                  </a:lnTo>
                  <a:cubicBezTo>
                    <a:pt x="0" y="1423"/>
                    <a:pt x="95" y="1554"/>
                    <a:pt x="226" y="1638"/>
                  </a:cubicBezTo>
                  <a:cubicBezTo>
                    <a:pt x="286" y="1661"/>
                    <a:pt x="357" y="1673"/>
                    <a:pt x="417" y="1673"/>
                  </a:cubicBezTo>
                  <a:cubicBezTo>
                    <a:pt x="512" y="1673"/>
                    <a:pt x="584" y="1650"/>
                    <a:pt x="655" y="1602"/>
                  </a:cubicBezTo>
                  <a:lnTo>
                    <a:pt x="1286" y="1185"/>
                  </a:lnTo>
                  <a:cubicBezTo>
                    <a:pt x="1405" y="1114"/>
                    <a:pt x="1465" y="983"/>
                    <a:pt x="1465" y="828"/>
                  </a:cubicBezTo>
                  <a:cubicBezTo>
                    <a:pt x="1465" y="685"/>
                    <a:pt x="1405" y="578"/>
                    <a:pt x="1286" y="483"/>
                  </a:cubicBezTo>
                  <a:lnTo>
                    <a:pt x="655" y="66"/>
                  </a:lnTo>
                  <a:cubicBezTo>
                    <a:pt x="584" y="21"/>
                    <a:pt x="503" y="0"/>
                    <a:pt x="422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83"/>
            <p:cNvSpPr/>
            <p:nvPr/>
          </p:nvSpPr>
          <p:spPr>
            <a:xfrm>
              <a:off x="7246385" y="4275825"/>
              <a:ext cx="139606" cy="46568"/>
            </a:xfrm>
            <a:custGeom>
              <a:rect b="b" l="l" r="r" t="t"/>
              <a:pathLst>
                <a:path extrusionOk="0" h="1430" w="4287">
                  <a:moveTo>
                    <a:pt x="429" y="0"/>
                  </a:moveTo>
                  <a:cubicBezTo>
                    <a:pt x="191" y="0"/>
                    <a:pt x="0" y="191"/>
                    <a:pt x="0" y="429"/>
                  </a:cubicBezTo>
                  <a:lnTo>
                    <a:pt x="0" y="1227"/>
                  </a:lnTo>
                  <a:cubicBezTo>
                    <a:pt x="0" y="1322"/>
                    <a:pt x="72" y="1405"/>
                    <a:pt x="179" y="1405"/>
                  </a:cubicBezTo>
                  <a:cubicBezTo>
                    <a:pt x="286" y="1405"/>
                    <a:pt x="358" y="1322"/>
                    <a:pt x="358" y="1227"/>
                  </a:cubicBezTo>
                  <a:lnTo>
                    <a:pt x="358" y="429"/>
                  </a:lnTo>
                  <a:cubicBezTo>
                    <a:pt x="358" y="405"/>
                    <a:pt x="381" y="381"/>
                    <a:pt x="417" y="381"/>
                  </a:cubicBezTo>
                  <a:lnTo>
                    <a:pt x="3834" y="381"/>
                  </a:lnTo>
                  <a:cubicBezTo>
                    <a:pt x="3870" y="381"/>
                    <a:pt x="3894" y="405"/>
                    <a:pt x="3894" y="429"/>
                  </a:cubicBezTo>
                  <a:lnTo>
                    <a:pt x="3894" y="1251"/>
                  </a:lnTo>
                  <a:cubicBezTo>
                    <a:pt x="3929" y="1346"/>
                    <a:pt x="4001" y="1429"/>
                    <a:pt x="4108" y="1429"/>
                  </a:cubicBezTo>
                  <a:cubicBezTo>
                    <a:pt x="4215" y="1429"/>
                    <a:pt x="4287" y="1358"/>
                    <a:pt x="4287" y="1251"/>
                  </a:cubicBezTo>
                  <a:lnTo>
                    <a:pt x="4287" y="429"/>
                  </a:lnTo>
                  <a:cubicBezTo>
                    <a:pt x="4287" y="191"/>
                    <a:pt x="4096" y="0"/>
                    <a:pt x="3858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83"/>
            <p:cNvSpPr/>
            <p:nvPr/>
          </p:nvSpPr>
          <p:spPr>
            <a:xfrm>
              <a:off x="7247166" y="4334767"/>
              <a:ext cx="139606" cy="169077"/>
            </a:xfrm>
            <a:custGeom>
              <a:rect b="b" l="l" r="r" t="t"/>
              <a:pathLst>
                <a:path extrusionOk="0" h="5192" w="4287">
                  <a:moveTo>
                    <a:pt x="179" y="0"/>
                  </a:moveTo>
                  <a:cubicBezTo>
                    <a:pt x="72" y="0"/>
                    <a:pt x="0" y="72"/>
                    <a:pt x="0" y="179"/>
                  </a:cubicBezTo>
                  <a:lnTo>
                    <a:pt x="0" y="4763"/>
                  </a:lnTo>
                  <a:cubicBezTo>
                    <a:pt x="0" y="5001"/>
                    <a:pt x="191" y="5191"/>
                    <a:pt x="429" y="5191"/>
                  </a:cubicBezTo>
                  <a:lnTo>
                    <a:pt x="3858" y="5191"/>
                  </a:lnTo>
                  <a:cubicBezTo>
                    <a:pt x="4096" y="5191"/>
                    <a:pt x="4286" y="5001"/>
                    <a:pt x="4286" y="4763"/>
                  </a:cubicBezTo>
                  <a:lnTo>
                    <a:pt x="4286" y="4441"/>
                  </a:lnTo>
                  <a:cubicBezTo>
                    <a:pt x="4263" y="4358"/>
                    <a:pt x="4191" y="4263"/>
                    <a:pt x="4084" y="4263"/>
                  </a:cubicBezTo>
                  <a:cubicBezTo>
                    <a:pt x="3977" y="4263"/>
                    <a:pt x="3905" y="4346"/>
                    <a:pt x="3905" y="4441"/>
                  </a:cubicBezTo>
                  <a:lnTo>
                    <a:pt x="3905" y="4763"/>
                  </a:lnTo>
                  <a:cubicBezTo>
                    <a:pt x="3905" y="4786"/>
                    <a:pt x="3870" y="4822"/>
                    <a:pt x="3846" y="4822"/>
                  </a:cubicBezTo>
                  <a:lnTo>
                    <a:pt x="417" y="4822"/>
                  </a:lnTo>
                  <a:cubicBezTo>
                    <a:pt x="393" y="4822"/>
                    <a:pt x="357" y="4786"/>
                    <a:pt x="357" y="4763"/>
                  </a:cubicBezTo>
                  <a:lnTo>
                    <a:pt x="357" y="179"/>
                  </a:lnTo>
                  <a:cubicBezTo>
                    <a:pt x="357" y="72"/>
                    <a:pt x="286" y="0"/>
                    <a:pt x="179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83"/>
            <p:cNvSpPr/>
            <p:nvPr/>
          </p:nvSpPr>
          <p:spPr>
            <a:xfrm>
              <a:off x="7246776" y="4530548"/>
              <a:ext cx="19800" cy="11691"/>
            </a:xfrm>
            <a:custGeom>
              <a:rect b="b" l="l" r="r" t="t"/>
              <a:pathLst>
                <a:path extrusionOk="0" h="359" w="608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429" y="358"/>
                  </a:lnTo>
                  <a:cubicBezTo>
                    <a:pt x="536" y="358"/>
                    <a:pt x="608" y="275"/>
                    <a:pt x="608" y="179"/>
                  </a:cubicBezTo>
                  <a:cubicBezTo>
                    <a:pt x="608" y="72"/>
                    <a:pt x="536" y="1"/>
                    <a:pt x="429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83"/>
            <p:cNvSpPr/>
            <p:nvPr/>
          </p:nvSpPr>
          <p:spPr>
            <a:xfrm>
              <a:off x="7277028" y="4530548"/>
              <a:ext cx="108962" cy="11691"/>
            </a:xfrm>
            <a:custGeom>
              <a:rect b="b" l="l" r="r" t="t"/>
              <a:pathLst>
                <a:path extrusionOk="0" h="359" w="3346">
                  <a:moveTo>
                    <a:pt x="179" y="1"/>
                  </a:moveTo>
                  <a:cubicBezTo>
                    <a:pt x="71" y="1"/>
                    <a:pt x="0" y="72"/>
                    <a:pt x="0" y="179"/>
                  </a:cubicBezTo>
                  <a:cubicBezTo>
                    <a:pt x="0" y="275"/>
                    <a:pt x="71" y="358"/>
                    <a:pt x="179" y="358"/>
                  </a:cubicBezTo>
                  <a:lnTo>
                    <a:pt x="3167" y="358"/>
                  </a:lnTo>
                  <a:cubicBezTo>
                    <a:pt x="3274" y="358"/>
                    <a:pt x="3346" y="275"/>
                    <a:pt x="3346" y="179"/>
                  </a:cubicBezTo>
                  <a:cubicBezTo>
                    <a:pt x="3346" y="72"/>
                    <a:pt x="3274" y="1"/>
                    <a:pt x="3167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6" name="Google Shape;2086;p83"/>
          <p:cNvSpPr/>
          <p:nvPr/>
        </p:nvSpPr>
        <p:spPr>
          <a:xfrm>
            <a:off x="4174376" y="2202500"/>
            <a:ext cx="789900" cy="789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7" name="Google Shape;2087;p83"/>
          <p:cNvGrpSpPr/>
          <p:nvPr/>
        </p:nvGrpSpPr>
        <p:grpSpPr>
          <a:xfrm>
            <a:off x="4295008" y="2323129"/>
            <a:ext cx="548650" cy="548642"/>
            <a:chOff x="7910157" y="2280958"/>
            <a:chExt cx="404848" cy="404067"/>
          </a:xfrm>
        </p:grpSpPr>
        <p:sp>
          <p:nvSpPr>
            <p:cNvPr id="2088" name="Google Shape;2088;p83"/>
            <p:cNvSpPr/>
            <p:nvPr/>
          </p:nvSpPr>
          <p:spPr>
            <a:xfrm>
              <a:off x="7917940" y="2464755"/>
              <a:ext cx="134559" cy="171031"/>
            </a:xfrm>
            <a:custGeom>
              <a:rect b="b" l="l" r="r" t="t"/>
              <a:pathLst>
                <a:path extrusionOk="0" h="5252" w="4132">
                  <a:moveTo>
                    <a:pt x="2024" y="0"/>
                  </a:moveTo>
                  <a:cubicBezTo>
                    <a:pt x="1488" y="0"/>
                    <a:pt x="1060" y="429"/>
                    <a:pt x="1060" y="965"/>
                  </a:cubicBezTo>
                  <a:lnTo>
                    <a:pt x="1060" y="1453"/>
                  </a:lnTo>
                  <a:cubicBezTo>
                    <a:pt x="1060" y="1774"/>
                    <a:pt x="1214" y="2036"/>
                    <a:pt x="1429" y="2215"/>
                  </a:cubicBezTo>
                  <a:lnTo>
                    <a:pt x="1429" y="2977"/>
                  </a:lnTo>
                  <a:lnTo>
                    <a:pt x="60" y="4156"/>
                  </a:lnTo>
                  <a:cubicBezTo>
                    <a:pt x="24" y="4180"/>
                    <a:pt x="0" y="4239"/>
                    <a:pt x="0" y="4299"/>
                  </a:cubicBezTo>
                  <a:lnTo>
                    <a:pt x="0" y="4930"/>
                  </a:lnTo>
                  <a:cubicBezTo>
                    <a:pt x="0" y="5013"/>
                    <a:pt x="60" y="5073"/>
                    <a:pt x="155" y="5096"/>
                  </a:cubicBezTo>
                  <a:cubicBezTo>
                    <a:pt x="714" y="5192"/>
                    <a:pt x="1286" y="5251"/>
                    <a:pt x="1846" y="5251"/>
                  </a:cubicBezTo>
                  <a:lnTo>
                    <a:pt x="4132" y="5156"/>
                  </a:lnTo>
                  <a:lnTo>
                    <a:pt x="4132" y="4203"/>
                  </a:lnTo>
                  <a:lnTo>
                    <a:pt x="2643" y="2977"/>
                  </a:lnTo>
                  <a:lnTo>
                    <a:pt x="2643" y="2215"/>
                  </a:lnTo>
                  <a:cubicBezTo>
                    <a:pt x="2858" y="2036"/>
                    <a:pt x="3000" y="1774"/>
                    <a:pt x="3000" y="1453"/>
                  </a:cubicBezTo>
                  <a:lnTo>
                    <a:pt x="3000" y="965"/>
                  </a:lnTo>
                  <a:cubicBezTo>
                    <a:pt x="3000" y="429"/>
                    <a:pt x="2560" y="0"/>
                    <a:pt x="2024" y="0"/>
                  </a:cubicBezTo>
                  <a:close/>
                </a:path>
              </a:pathLst>
            </a:custGeom>
            <a:solidFill>
              <a:srgbClr val="EDE7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83"/>
            <p:cNvSpPr/>
            <p:nvPr/>
          </p:nvSpPr>
          <p:spPr>
            <a:xfrm>
              <a:off x="7917940" y="2465145"/>
              <a:ext cx="81445" cy="169468"/>
            </a:xfrm>
            <a:custGeom>
              <a:rect b="b" l="l" r="r" t="t"/>
              <a:pathLst>
                <a:path extrusionOk="0" h="5204" w="2501">
                  <a:moveTo>
                    <a:pt x="2024" y="0"/>
                  </a:moveTo>
                  <a:cubicBezTo>
                    <a:pt x="1488" y="0"/>
                    <a:pt x="1060" y="429"/>
                    <a:pt x="1060" y="977"/>
                  </a:cubicBezTo>
                  <a:lnTo>
                    <a:pt x="1060" y="1465"/>
                  </a:lnTo>
                  <a:cubicBezTo>
                    <a:pt x="1060" y="1774"/>
                    <a:pt x="1214" y="2036"/>
                    <a:pt x="1429" y="2227"/>
                  </a:cubicBezTo>
                  <a:lnTo>
                    <a:pt x="1429" y="2977"/>
                  </a:lnTo>
                  <a:lnTo>
                    <a:pt x="60" y="4156"/>
                  </a:lnTo>
                  <a:cubicBezTo>
                    <a:pt x="24" y="4191"/>
                    <a:pt x="0" y="4251"/>
                    <a:pt x="0" y="4310"/>
                  </a:cubicBezTo>
                  <a:lnTo>
                    <a:pt x="0" y="4965"/>
                  </a:lnTo>
                  <a:cubicBezTo>
                    <a:pt x="0" y="5037"/>
                    <a:pt x="60" y="5108"/>
                    <a:pt x="155" y="5108"/>
                  </a:cubicBezTo>
                  <a:cubicBezTo>
                    <a:pt x="345" y="5144"/>
                    <a:pt x="560" y="5168"/>
                    <a:pt x="750" y="5203"/>
                  </a:cubicBezTo>
                  <a:cubicBezTo>
                    <a:pt x="679" y="5156"/>
                    <a:pt x="643" y="5096"/>
                    <a:pt x="643" y="5037"/>
                  </a:cubicBezTo>
                  <a:lnTo>
                    <a:pt x="643" y="4406"/>
                  </a:lnTo>
                  <a:cubicBezTo>
                    <a:pt x="643" y="4346"/>
                    <a:pt x="679" y="4310"/>
                    <a:pt x="703" y="4263"/>
                  </a:cubicBezTo>
                  <a:lnTo>
                    <a:pt x="1941" y="3203"/>
                  </a:lnTo>
                  <a:cubicBezTo>
                    <a:pt x="2024" y="3132"/>
                    <a:pt x="2072" y="3025"/>
                    <a:pt x="2072" y="2905"/>
                  </a:cubicBezTo>
                  <a:lnTo>
                    <a:pt x="2072" y="2501"/>
                  </a:lnTo>
                  <a:cubicBezTo>
                    <a:pt x="2072" y="2405"/>
                    <a:pt x="2048" y="2310"/>
                    <a:pt x="1965" y="2239"/>
                  </a:cubicBezTo>
                  <a:cubicBezTo>
                    <a:pt x="1810" y="2060"/>
                    <a:pt x="1703" y="1834"/>
                    <a:pt x="1703" y="1572"/>
                  </a:cubicBezTo>
                  <a:lnTo>
                    <a:pt x="1703" y="1072"/>
                  </a:lnTo>
                  <a:cubicBezTo>
                    <a:pt x="1703" y="596"/>
                    <a:pt x="2048" y="203"/>
                    <a:pt x="2500" y="119"/>
                  </a:cubicBezTo>
                  <a:cubicBezTo>
                    <a:pt x="2369" y="48"/>
                    <a:pt x="2203" y="0"/>
                    <a:pt x="2024" y="0"/>
                  </a:cubicBezTo>
                  <a:close/>
                </a:path>
              </a:pathLst>
            </a:custGeom>
            <a:solidFill>
              <a:srgbClr val="CF72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83"/>
            <p:cNvSpPr/>
            <p:nvPr/>
          </p:nvSpPr>
          <p:spPr>
            <a:xfrm>
              <a:off x="7916768" y="2286787"/>
              <a:ext cx="392017" cy="121207"/>
            </a:xfrm>
            <a:custGeom>
              <a:rect b="b" l="l" r="r" t="t"/>
              <a:pathLst>
                <a:path extrusionOk="0" h="3722" w="12038">
                  <a:moveTo>
                    <a:pt x="1524" y="1"/>
                  </a:moveTo>
                  <a:cubicBezTo>
                    <a:pt x="679" y="1"/>
                    <a:pt x="0" y="691"/>
                    <a:pt x="0" y="1536"/>
                  </a:cubicBezTo>
                  <a:cubicBezTo>
                    <a:pt x="0" y="2382"/>
                    <a:pt x="679" y="3072"/>
                    <a:pt x="1524" y="3072"/>
                  </a:cubicBezTo>
                  <a:lnTo>
                    <a:pt x="1620" y="3072"/>
                  </a:lnTo>
                  <a:lnTo>
                    <a:pt x="1917" y="3632"/>
                  </a:lnTo>
                  <a:cubicBezTo>
                    <a:pt x="1947" y="3685"/>
                    <a:pt x="2004" y="3712"/>
                    <a:pt x="2060" y="3712"/>
                  </a:cubicBezTo>
                  <a:cubicBezTo>
                    <a:pt x="2117" y="3712"/>
                    <a:pt x="2173" y="3685"/>
                    <a:pt x="2203" y="3632"/>
                  </a:cubicBezTo>
                  <a:lnTo>
                    <a:pt x="2501" y="3072"/>
                  </a:lnTo>
                  <a:lnTo>
                    <a:pt x="9537" y="3072"/>
                  </a:lnTo>
                  <a:lnTo>
                    <a:pt x="9835" y="3632"/>
                  </a:lnTo>
                  <a:cubicBezTo>
                    <a:pt x="9865" y="3691"/>
                    <a:pt x="9921" y="3721"/>
                    <a:pt x="9978" y="3721"/>
                  </a:cubicBezTo>
                  <a:cubicBezTo>
                    <a:pt x="10034" y="3721"/>
                    <a:pt x="10091" y="3691"/>
                    <a:pt x="10121" y="3632"/>
                  </a:cubicBezTo>
                  <a:lnTo>
                    <a:pt x="10418" y="3072"/>
                  </a:lnTo>
                  <a:lnTo>
                    <a:pt x="10502" y="3072"/>
                  </a:lnTo>
                  <a:cubicBezTo>
                    <a:pt x="11347" y="3072"/>
                    <a:pt x="12038" y="2382"/>
                    <a:pt x="12038" y="1536"/>
                  </a:cubicBezTo>
                  <a:cubicBezTo>
                    <a:pt x="12038" y="691"/>
                    <a:pt x="11347" y="1"/>
                    <a:pt x="10502" y="1"/>
                  </a:cubicBezTo>
                  <a:close/>
                </a:path>
              </a:pathLst>
            </a:custGeom>
            <a:solidFill>
              <a:srgbClr val="68AA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83"/>
            <p:cNvSpPr/>
            <p:nvPr/>
          </p:nvSpPr>
          <p:spPr>
            <a:xfrm>
              <a:off x="7917159" y="2286787"/>
              <a:ext cx="126027" cy="120914"/>
            </a:xfrm>
            <a:custGeom>
              <a:rect b="b" l="l" r="r" t="t"/>
              <a:pathLst>
                <a:path extrusionOk="0" h="3713" w="3870">
                  <a:moveTo>
                    <a:pt x="1536" y="1"/>
                  </a:moveTo>
                  <a:cubicBezTo>
                    <a:pt x="679" y="1"/>
                    <a:pt x="0" y="691"/>
                    <a:pt x="0" y="1536"/>
                  </a:cubicBezTo>
                  <a:cubicBezTo>
                    <a:pt x="0" y="2382"/>
                    <a:pt x="679" y="3072"/>
                    <a:pt x="1536" y="3072"/>
                  </a:cubicBezTo>
                  <a:lnTo>
                    <a:pt x="1619" y="3072"/>
                  </a:lnTo>
                  <a:lnTo>
                    <a:pt x="1917" y="3632"/>
                  </a:lnTo>
                  <a:cubicBezTo>
                    <a:pt x="1947" y="3685"/>
                    <a:pt x="2003" y="3712"/>
                    <a:pt x="2060" y="3712"/>
                  </a:cubicBezTo>
                  <a:cubicBezTo>
                    <a:pt x="2117" y="3712"/>
                    <a:pt x="2173" y="3685"/>
                    <a:pt x="2203" y="3632"/>
                  </a:cubicBezTo>
                  <a:lnTo>
                    <a:pt x="2501" y="3072"/>
                  </a:lnTo>
                  <a:lnTo>
                    <a:pt x="3870" y="3072"/>
                  </a:lnTo>
                  <a:lnTo>
                    <a:pt x="3858" y="3060"/>
                  </a:lnTo>
                  <a:lnTo>
                    <a:pt x="3763" y="3060"/>
                  </a:lnTo>
                  <a:cubicBezTo>
                    <a:pt x="2917" y="3060"/>
                    <a:pt x="2227" y="2370"/>
                    <a:pt x="2227" y="1525"/>
                  </a:cubicBezTo>
                  <a:cubicBezTo>
                    <a:pt x="2227" y="751"/>
                    <a:pt x="2798" y="120"/>
                    <a:pt x="3524" y="1"/>
                  </a:cubicBezTo>
                  <a:close/>
                </a:path>
              </a:pathLst>
            </a:custGeom>
            <a:solidFill>
              <a:srgbClr val="3165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83"/>
            <p:cNvSpPr/>
            <p:nvPr/>
          </p:nvSpPr>
          <p:spPr>
            <a:xfrm>
              <a:off x="8002153" y="2325474"/>
              <a:ext cx="17292" cy="15794"/>
            </a:xfrm>
            <a:custGeom>
              <a:rect b="b" l="l" r="r" t="t"/>
              <a:pathLst>
                <a:path extrusionOk="0" h="485" w="531">
                  <a:moveTo>
                    <a:pt x="249" y="1"/>
                  </a:moveTo>
                  <a:cubicBezTo>
                    <a:pt x="237" y="1"/>
                    <a:pt x="224" y="1"/>
                    <a:pt x="212" y="3"/>
                  </a:cubicBezTo>
                  <a:cubicBezTo>
                    <a:pt x="129" y="27"/>
                    <a:pt x="33" y="98"/>
                    <a:pt x="22" y="206"/>
                  </a:cubicBezTo>
                  <a:cubicBezTo>
                    <a:pt x="0" y="345"/>
                    <a:pt x="114" y="485"/>
                    <a:pt x="259" y="485"/>
                  </a:cubicBezTo>
                  <a:cubicBezTo>
                    <a:pt x="275" y="485"/>
                    <a:pt x="291" y="483"/>
                    <a:pt x="307" y="479"/>
                  </a:cubicBezTo>
                  <a:cubicBezTo>
                    <a:pt x="414" y="467"/>
                    <a:pt x="486" y="384"/>
                    <a:pt x="498" y="289"/>
                  </a:cubicBezTo>
                  <a:cubicBezTo>
                    <a:pt x="531" y="134"/>
                    <a:pt x="400" y="1"/>
                    <a:pt x="249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83"/>
            <p:cNvSpPr/>
            <p:nvPr/>
          </p:nvSpPr>
          <p:spPr>
            <a:xfrm>
              <a:off x="8070703" y="2325572"/>
              <a:ext cx="15534" cy="15534"/>
            </a:xfrm>
            <a:custGeom>
              <a:rect b="b" l="l" r="r" t="t"/>
              <a:pathLst>
                <a:path extrusionOk="0" h="477" w="477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69"/>
                    <a:pt x="107" y="476"/>
                    <a:pt x="238" y="476"/>
                  </a:cubicBezTo>
                  <a:cubicBezTo>
                    <a:pt x="369" y="476"/>
                    <a:pt x="476" y="381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83"/>
            <p:cNvSpPr/>
            <p:nvPr/>
          </p:nvSpPr>
          <p:spPr>
            <a:xfrm>
              <a:off x="8207573" y="2325572"/>
              <a:ext cx="15534" cy="15534"/>
            </a:xfrm>
            <a:custGeom>
              <a:rect b="b" l="l" r="r" t="t"/>
              <a:pathLst>
                <a:path extrusionOk="0" h="477" w="477">
                  <a:moveTo>
                    <a:pt x="238" y="0"/>
                  </a:moveTo>
                  <a:cubicBezTo>
                    <a:pt x="95" y="0"/>
                    <a:pt x="0" y="107"/>
                    <a:pt x="0" y="238"/>
                  </a:cubicBezTo>
                  <a:cubicBezTo>
                    <a:pt x="0" y="381"/>
                    <a:pt x="95" y="476"/>
                    <a:pt x="238" y="476"/>
                  </a:cubicBezTo>
                  <a:cubicBezTo>
                    <a:pt x="357" y="476"/>
                    <a:pt x="476" y="381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83"/>
            <p:cNvSpPr/>
            <p:nvPr/>
          </p:nvSpPr>
          <p:spPr>
            <a:xfrm>
              <a:off x="8138926" y="2325572"/>
              <a:ext cx="15534" cy="15534"/>
            </a:xfrm>
            <a:custGeom>
              <a:rect b="b" l="l" r="r" t="t"/>
              <a:pathLst>
                <a:path extrusionOk="0" h="477" w="477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69"/>
                    <a:pt x="108" y="476"/>
                    <a:pt x="239" y="476"/>
                  </a:cubicBezTo>
                  <a:cubicBezTo>
                    <a:pt x="382" y="476"/>
                    <a:pt x="477" y="381"/>
                    <a:pt x="477" y="238"/>
                  </a:cubicBezTo>
                  <a:cubicBezTo>
                    <a:pt x="477" y="107"/>
                    <a:pt x="370" y="0"/>
                    <a:pt x="239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83"/>
            <p:cNvSpPr/>
            <p:nvPr/>
          </p:nvSpPr>
          <p:spPr>
            <a:xfrm>
              <a:off x="8175367" y="2460879"/>
              <a:ext cx="134200" cy="171780"/>
            </a:xfrm>
            <a:custGeom>
              <a:rect b="b" l="l" r="r" t="t"/>
              <a:pathLst>
                <a:path extrusionOk="0" h="5275" w="4121">
                  <a:moveTo>
                    <a:pt x="2025" y="0"/>
                  </a:moveTo>
                  <a:cubicBezTo>
                    <a:pt x="1489" y="0"/>
                    <a:pt x="1060" y="429"/>
                    <a:pt x="1060" y="965"/>
                  </a:cubicBezTo>
                  <a:lnTo>
                    <a:pt x="1060" y="1453"/>
                  </a:lnTo>
                  <a:cubicBezTo>
                    <a:pt x="1060" y="1774"/>
                    <a:pt x="1203" y="2036"/>
                    <a:pt x="1430" y="2215"/>
                  </a:cubicBezTo>
                  <a:lnTo>
                    <a:pt x="1430" y="2977"/>
                  </a:lnTo>
                  <a:lnTo>
                    <a:pt x="60" y="4156"/>
                  </a:lnTo>
                  <a:cubicBezTo>
                    <a:pt x="13" y="4179"/>
                    <a:pt x="1" y="4239"/>
                    <a:pt x="1" y="4299"/>
                  </a:cubicBezTo>
                  <a:lnTo>
                    <a:pt x="1" y="4953"/>
                  </a:lnTo>
                  <a:cubicBezTo>
                    <a:pt x="1" y="5025"/>
                    <a:pt x="60" y="5108"/>
                    <a:pt x="156" y="5108"/>
                  </a:cubicBezTo>
                  <a:cubicBezTo>
                    <a:pt x="715" y="5203"/>
                    <a:pt x="1275" y="5275"/>
                    <a:pt x="1846" y="5275"/>
                  </a:cubicBezTo>
                  <a:lnTo>
                    <a:pt x="3799" y="5180"/>
                  </a:lnTo>
                  <a:cubicBezTo>
                    <a:pt x="3977" y="5168"/>
                    <a:pt x="4120" y="5013"/>
                    <a:pt x="4120" y="4834"/>
                  </a:cubicBezTo>
                  <a:lnTo>
                    <a:pt x="4120" y="4453"/>
                  </a:lnTo>
                  <a:cubicBezTo>
                    <a:pt x="4120" y="4299"/>
                    <a:pt x="4049" y="4156"/>
                    <a:pt x="3930" y="4060"/>
                  </a:cubicBezTo>
                  <a:lnTo>
                    <a:pt x="2632" y="2977"/>
                  </a:lnTo>
                  <a:lnTo>
                    <a:pt x="2632" y="2215"/>
                  </a:lnTo>
                  <a:cubicBezTo>
                    <a:pt x="2858" y="2036"/>
                    <a:pt x="2989" y="1774"/>
                    <a:pt x="2989" y="1453"/>
                  </a:cubicBezTo>
                  <a:lnTo>
                    <a:pt x="2989" y="965"/>
                  </a:lnTo>
                  <a:cubicBezTo>
                    <a:pt x="2989" y="429"/>
                    <a:pt x="2561" y="0"/>
                    <a:pt x="2025" y="0"/>
                  </a:cubicBezTo>
                  <a:close/>
                </a:path>
              </a:pathLst>
            </a:custGeom>
            <a:solidFill>
              <a:srgbClr val="EDE7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83"/>
            <p:cNvSpPr/>
            <p:nvPr/>
          </p:nvSpPr>
          <p:spPr>
            <a:xfrm>
              <a:off x="8174976" y="2460098"/>
              <a:ext cx="79915" cy="170706"/>
            </a:xfrm>
            <a:custGeom>
              <a:rect b="b" l="l" r="r" t="t"/>
              <a:pathLst>
                <a:path extrusionOk="0" h="5242" w="2454">
                  <a:moveTo>
                    <a:pt x="2025" y="1"/>
                  </a:moveTo>
                  <a:cubicBezTo>
                    <a:pt x="1489" y="1"/>
                    <a:pt x="1061" y="429"/>
                    <a:pt x="1061" y="965"/>
                  </a:cubicBezTo>
                  <a:lnTo>
                    <a:pt x="1061" y="1453"/>
                  </a:lnTo>
                  <a:cubicBezTo>
                    <a:pt x="1061" y="1763"/>
                    <a:pt x="1203" y="2037"/>
                    <a:pt x="1430" y="2215"/>
                  </a:cubicBezTo>
                  <a:lnTo>
                    <a:pt x="1430" y="2977"/>
                  </a:lnTo>
                  <a:lnTo>
                    <a:pt x="60" y="4144"/>
                  </a:lnTo>
                  <a:cubicBezTo>
                    <a:pt x="13" y="4180"/>
                    <a:pt x="1" y="4239"/>
                    <a:pt x="1" y="4299"/>
                  </a:cubicBezTo>
                  <a:lnTo>
                    <a:pt x="1" y="4954"/>
                  </a:lnTo>
                  <a:cubicBezTo>
                    <a:pt x="1" y="5025"/>
                    <a:pt x="60" y="5096"/>
                    <a:pt x="144" y="5096"/>
                  </a:cubicBezTo>
                  <a:cubicBezTo>
                    <a:pt x="339" y="5131"/>
                    <a:pt x="538" y="5162"/>
                    <a:pt x="737" y="5189"/>
                  </a:cubicBezTo>
                  <a:lnTo>
                    <a:pt x="737" y="5189"/>
                  </a:lnTo>
                  <a:cubicBezTo>
                    <a:pt x="691" y="5166"/>
                    <a:pt x="656" y="5119"/>
                    <a:pt x="656" y="5061"/>
                  </a:cubicBezTo>
                  <a:lnTo>
                    <a:pt x="656" y="4406"/>
                  </a:lnTo>
                  <a:cubicBezTo>
                    <a:pt x="656" y="4346"/>
                    <a:pt x="680" y="4299"/>
                    <a:pt x="715" y="4251"/>
                  </a:cubicBezTo>
                  <a:lnTo>
                    <a:pt x="1930" y="3215"/>
                  </a:lnTo>
                  <a:cubicBezTo>
                    <a:pt x="2037" y="3120"/>
                    <a:pt x="2084" y="3001"/>
                    <a:pt x="2084" y="2870"/>
                  </a:cubicBezTo>
                  <a:lnTo>
                    <a:pt x="2084" y="2501"/>
                  </a:lnTo>
                  <a:cubicBezTo>
                    <a:pt x="2084" y="2394"/>
                    <a:pt x="2037" y="2287"/>
                    <a:pt x="1965" y="2203"/>
                  </a:cubicBezTo>
                  <a:cubicBezTo>
                    <a:pt x="1811" y="2025"/>
                    <a:pt x="1715" y="1798"/>
                    <a:pt x="1715" y="1548"/>
                  </a:cubicBezTo>
                  <a:lnTo>
                    <a:pt x="1715" y="1048"/>
                  </a:lnTo>
                  <a:cubicBezTo>
                    <a:pt x="1715" y="596"/>
                    <a:pt x="2025" y="203"/>
                    <a:pt x="2454" y="96"/>
                  </a:cubicBezTo>
                  <a:cubicBezTo>
                    <a:pt x="2323" y="36"/>
                    <a:pt x="2168" y="1"/>
                    <a:pt x="2025" y="1"/>
                  </a:cubicBezTo>
                  <a:close/>
                  <a:moveTo>
                    <a:pt x="737" y="5189"/>
                  </a:moveTo>
                  <a:lnTo>
                    <a:pt x="737" y="5189"/>
                  </a:lnTo>
                  <a:cubicBezTo>
                    <a:pt x="756" y="5198"/>
                    <a:pt x="777" y="5204"/>
                    <a:pt x="799" y="5204"/>
                  </a:cubicBezTo>
                  <a:cubicBezTo>
                    <a:pt x="901" y="5214"/>
                    <a:pt x="1003" y="5242"/>
                    <a:pt x="1106" y="5242"/>
                  </a:cubicBezTo>
                  <a:cubicBezTo>
                    <a:pt x="1123" y="5242"/>
                    <a:pt x="1139" y="5241"/>
                    <a:pt x="1156" y="5239"/>
                  </a:cubicBezTo>
                  <a:cubicBezTo>
                    <a:pt x="1018" y="5225"/>
                    <a:pt x="877" y="5208"/>
                    <a:pt x="737" y="5189"/>
                  </a:cubicBezTo>
                  <a:close/>
                </a:path>
              </a:pathLst>
            </a:custGeom>
            <a:solidFill>
              <a:srgbClr val="CF72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83"/>
            <p:cNvSpPr/>
            <p:nvPr/>
          </p:nvSpPr>
          <p:spPr>
            <a:xfrm>
              <a:off x="8000883" y="2542292"/>
              <a:ext cx="223005" cy="136122"/>
            </a:xfrm>
            <a:custGeom>
              <a:rect b="b" l="l" r="r" t="t"/>
              <a:pathLst>
                <a:path extrusionOk="0" h="4180" w="6848">
                  <a:moveTo>
                    <a:pt x="4121" y="1"/>
                  </a:moveTo>
                  <a:lnTo>
                    <a:pt x="2692" y="48"/>
                  </a:lnTo>
                  <a:lnTo>
                    <a:pt x="2513" y="215"/>
                  </a:lnTo>
                  <a:lnTo>
                    <a:pt x="763" y="1560"/>
                  </a:lnTo>
                  <a:cubicBezTo>
                    <a:pt x="287" y="1941"/>
                    <a:pt x="1" y="2513"/>
                    <a:pt x="1" y="3132"/>
                  </a:cubicBezTo>
                  <a:lnTo>
                    <a:pt x="1" y="3977"/>
                  </a:lnTo>
                  <a:cubicBezTo>
                    <a:pt x="1" y="4096"/>
                    <a:pt x="108" y="4180"/>
                    <a:pt x="215" y="4180"/>
                  </a:cubicBezTo>
                  <a:lnTo>
                    <a:pt x="6633" y="4180"/>
                  </a:lnTo>
                  <a:cubicBezTo>
                    <a:pt x="6764" y="4180"/>
                    <a:pt x="6847" y="4085"/>
                    <a:pt x="6847" y="3977"/>
                  </a:cubicBezTo>
                  <a:lnTo>
                    <a:pt x="6847" y="3132"/>
                  </a:lnTo>
                  <a:cubicBezTo>
                    <a:pt x="6847" y="2513"/>
                    <a:pt x="6561" y="1953"/>
                    <a:pt x="6085" y="1560"/>
                  </a:cubicBezTo>
                  <a:lnTo>
                    <a:pt x="4335" y="203"/>
                  </a:lnTo>
                  <a:lnTo>
                    <a:pt x="4121" y="1"/>
                  </a:lnTo>
                  <a:close/>
                </a:path>
              </a:pathLst>
            </a:custGeom>
            <a:solidFill>
              <a:srgbClr val="E2AB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83"/>
            <p:cNvSpPr/>
            <p:nvPr/>
          </p:nvSpPr>
          <p:spPr>
            <a:xfrm>
              <a:off x="8000883" y="2542292"/>
              <a:ext cx="155921" cy="136122"/>
            </a:xfrm>
            <a:custGeom>
              <a:rect b="b" l="l" r="r" t="t"/>
              <a:pathLst>
                <a:path extrusionOk="0" h="4180" w="4788">
                  <a:moveTo>
                    <a:pt x="4121" y="1"/>
                  </a:moveTo>
                  <a:lnTo>
                    <a:pt x="3692" y="13"/>
                  </a:lnTo>
                  <a:lnTo>
                    <a:pt x="2692" y="48"/>
                  </a:lnTo>
                  <a:lnTo>
                    <a:pt x="2513" y="215"/>
                  </a:lnTo>
                  <a:lnTo>
                    <a:pt x="763" y="1560"/>
                  </a:lnTo>
                  <a:cubicBezTo>
                    <a:pt x="287" y="1941"/>
                    <a:pt x="1" y="2513"/>
                    <a:pt x="1" y="3132"/>
                  </a:cubicBezTo>
                  <a:lnTo>
                    <a:pt x="1" y="3977"/>
                  </a:lnTo>
                  <a:cubicBezTo>
                    <a:pt x="1" y="4085"/>
                    <a:pt x="84" y="4180"/>
                    <a:pt x="215" y="4180"/>
                  </a:cubicBezTo>
                  <a:lnTo>
                    <a:pt x="1073" y="4180"/>
                  </a:lnTo>
                  <a:lnTo>
                    <a:pt x="1073" y="3513"/>
                  </a:lnTo>
                  <a:cubicBezTo>
                    <a:pt x="1073" y="2906"/>
                    <a:pt x="1358" y="2322"/>
                    <a:pt x="1835" y="1953"/>
                  </a:cubicBezTo>
                  <a:lnTo>
                    <a:pt x="2132" y="1727"/>
                  </a:lnTo>
                  <a:cubicBezTo>
                    <a:pt x="2316" y="1585"/>
                    <a:pt x="2541" y="1502"/>
                    <a:pt x="2766" y="1502"/>
                  </a:cubicBezTo>
                  <a:cubicBezTo>
                    <a:pt x="2861" y="1502"/>
                    <a:pt x="2957" y="1517"/>
                    <a:pt x="3049" y="1549"/>
                  </a:cubicBezTo>
                  <a:cubicBezTo>
                    <a:pt x="3168" y="1584"/>
                    <a:pt x="3311" y="1608"/>
                    <a:pt x="3442" y="1608"/>
                  </a:cubicBezTo>
                  <a:cubicBezTo>
                    <a:pt x="4097" y="1608"/>
                    <a:pt x="4633" y="1168"/>
                    <a:pt x="4787" y="572"/>
                  </a:cubicBezTo>
                  <a:lnTo>
                    <a:pt x="4585" y="406"/>
                  </a:lnTo>
                  <a:lnTo>
                    <a:pt x="4335" y="215"/>
                  </a:lnTo>
                  <a:lnTo>
                    <a:pt x="4121" y="1"/>
                  </a:lnTo>
                  <a:close/>
                </a:path>
              </a:pathLst>
            </a:custGeom>
            <a:solidFill>
              <a:srgbClr val="CF72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83"/>
            <p:cNvSpPr/>
            <p:nvPr/>
          </p:nvSpPr>
          <p:spPr>
            <a:xfrm>
              <a:off x="8082719" y="2482600"/>
              <a:ext cx="59333" cy="96164"/>
            </a:xfrm>
            <a:custGeom>
              <a:rect b="b" l="l" r="r" t="t"/>
              <a:pathLst>
                <a:path extrusionOk="0" h="2953" w="1822">
                  <a:moveTo>
                    <a:pt x="0" y="0"/>
                  </a:moveTo>
                  <a:lnTo>
                    <a:pt x="0" y="2048"/>
                  </a:lnTo>
                  <a:cubicBezTo>
                    <a:pt x="0" y="2548"/>
                    <a:pt x="405" y="2953"/>
                    <a:pt x="917" y="2953"/>
                  </a:cubicBezTo>
                  <a:cubicBezTo>
                    <a:pt x="1417" y="2953"/>
                    <a:pt x="1822" y="2548"/>
                    <a:pt x="1822" y="2048"/>
                  </a:cubicBezTo>
                  <a:lnTo>
                    <a:pt x="1822" y="0"/>
                  </a:lnTo>
                  <a:close/>
                </a:path>
              </a:pathLst>
            </a:custGeom>
            <a:solidFill>
              <a:srgbClr val="CF72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83"/>
            <p:cNvSpPr/>
            <p:nvPr/>
          </p:nvSpPr>
          <p:spPr>
            <a:xfrm>
              <a:off x="8051685" y="2366213"/>
              <a:ext cx="122933" cy="102059"/>
            </a:xfrm>
            <a:custGeom>
              <a:rect b="b" l="l" r="r" t="t"/>
              <a:pathLst>
                <a:path extrusionOk="0" h="3134" w="3775">
                  <a:moveTo>
                    <a:pt x="659" y="1"/>
                  </a:moveTo>
                  <a:cubicBezTo>
                    <a:pt x="633" y="1"/>
                    <a:pt x="606" y="9"/>
                    <a:pt x="584" y="26"/>
                  </a:cubicBezTo>
                  <a:cubicBezTo>
                    <a:pt x="215" y="264"/>
                    <a:pt x="1" y="681"/>
                    <a:pt x="1" y="1121"/>
                  </a:cubicBezTo>
                  <a:lnTo>
                    <a:pt x="1" y="2003"/>
                  </a:lnTo>
                  <a:lnTo>
                    <a:pt x="406" y="3134"/>
                  </a:lnTo>
                  <a:lnTo>
                    <a:pt x="3323" y="3134"/>
                  </a:lnTo>
                  <a:lnTo>
                    <a:pt x="3775" y="1991"/>
                  </a:lnTo>
                  <a:lnTo>
                    <a:pt x="3775" y="1550"/>
                  </a:lnTo>
                  <a:cubicBezTo>
                    <a:pt x="3775" y="895"/>
                    <a:pt x="3239" y="359"/>
                    <a:pt x="2584" y="359"/>
                  </a:cubicBezTo>
                  <a:lnTo>
                    <a:pt x="929" y="359"/>
                  </a:lnTo>
                  <a:lnTo>
                    <a:pt x="763" y="62"/>
                  </a:lnTo>
                  <a:cubicBezTo>
                    <a:pt x="748" y="24"/>
                    <a:pt x="704" y="1"/>
                    <a:pt x="659" y="1"/>
                  </a:cubicBezTo>
                  <a:close/>
                </a:path>
              </a:pathLst>
            </a:custGeom>
            <a:solidFill>
              <a:srgbClr val="EDE7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83"/>
            <p:cNvSpPr/>
            <p:nvPr/>
          </p:nvSpPr>
          <p:spPr>
            <a:xfrm>
              <a:off x="8051685" y="2366213"/>
              <a:ext cx="42693" cy="102059"/>
            </a:xfrm>
            <a:custGeom>
              <a:rect b="b" l="l" r="r" t="t"/>
              <a:pathLst>
                <a:path extrusionOk="0" h="3134" w="1311">
                  <a:moveTo>
                    <a:pt x="659" y="1"/>
                  </a:moveTo>
                  <a:cubicBezTo>
                    <a:pt x="633" y="1"/>
                    <a:pt x="606" y="9"/>
                    <a:pt x="584" y="26"/>
                  </a:cubicBezTo>
                  <a:cubicBezTo>
                    <a:pt x="215" y="264"/>
                    <a:pt x="1" y="681"/>
                    <a:pt x="1" y="1121"/>
                  </a:cubicBezTo>
                  <a:lnTo>
                    <a:pt x="1" y="2003"/>
                  </a:lnTo>
                  <a:lnTo>
                    <a:pt x="406" y="3134"/>
                  </a:lnTo>
                  <a:lnTo>
                    <a:pt x="1298" y="3134"/>
                  </a:lnTo>
                  <a:lnTo>
                    <a:pt x="953" y="2134"/>
                  </a:lnTo>
                  <a:lnTo>
                    <a:pt x="953" y="1252"/>
                  </a:lnTo>
                  <a:cubicBezTo>
                    <a:pt x="953" y="919"/>
                    <a:pt x="1096" y="598"/>
                    <a:pt x="1310" y="359"/>
                  </a:cubicBezTo>
                  <a:lnTo>
                    <a:pt x="929" y="359"/>
                  </a:lnTo>
                  <a:lnTo>
                    <a:pt x="763" y="62"/>
                  </a:lnTo>
                  <a:cubicBezTo>
                    <a:pt x="748" y="24"/>
                    <a:pt x="704" y="1"/>
                    <a:pt x="659" y="1"/>
                  </a:cubicBezTo>
                  <a:close/>
                </a:path>
              </a:pathLst>
            </a:custGeom>
            <a:solidFill>
              <a:srgbClr val="3165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83"/>
            <p:cNvSpPr/>
            <p:nvPr/>
          </p:nvSpPr>
          <p:spPr>
            <a:xfrm>
              <a:off x="8082719" y="2482600"/>
              <a:ext cx="59333" cy="96164"/>
            </a:xfrm>
            <a:custGeom>
              <a:rect b="b" l="l" r="r" t="t"/>
              <a:pathLst>
                <a:path extrusionOk="0" h="2953" w="1822">
                  <a:moveTo>
                    <a:pt x="0" y="0"/>
                  </a:moveTo>
                  <a:lnTo>
                    <a:pt x="0" y="2048"/>
                  </a:lnTo>
                  <a:cubicBezTo>
                    <a:pt x="0" y="2548"/>
                    <a:pt x="405" y="2953"/>
                    <a:pt x="917" y="2953"/>
                  </a:cubicBezTo>
                  <a:cubicBezTo>
                    <a:pt x="1036" y="2953"/>
                    <a:pt x="1131" y="2941"/>
                    <a:pt x="1227" y="2893"/>
                  </a:cubicBezTo>
                  <a:cubicBezTo>
                    <a:pt x="1012" y="2822"/>
                    <a:pt x="846" y="2524"/>
                    <a:pt x="750" y="2286"/>
                  </a:cubicBezTo>
                  <a:cubicBezTo>
                    <a:pt x="703" y="2143"/>
                    <a:pt x="798" y="2000"/>
                    <a:pt x="941" y="2000"/>
                  </a:cubicBezTo>
                  <a:cubicBezTo>
                    <a:pt x="1250" y="2000"/>
                    <a:pt x="1548" y="1941"/>
                    <a:pt x="1822" y="1834"/>
                  </a:cubicBezTo>
                  <a:lnTo>
                    <a:pt x="1822" y="0"/>
                  </a:lnTo>
                  <a:close/>
                </a:path>
              </a:pathLst>
            </a:custGeom>
            <a:solidFill>
              <a:srgbClr val="C449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83"/>
            <p:cNvSpPr/>
            <p:nvPr/>
          </p:nvSpPr>
          <p:spPr>
            <a:xfrm>
              <a:off x="8052466" y="2425481"/>
              <a:ext cx="122151" cy="101342"/>
            </a:xfrm>
            <a:custGeom>
              <a:rect b="b" l="l" r="r" t="t"/>
              <a:pathLst>
                <a:path extrusionOk="0" h="3112" w="3751">
                  <a:moveTo>
                    <a:pt x="1867" y="1"/>
                  </a:moveTo>
                  <a:cubicBezTo>
                    <a:pt x="1239" y="1"/>
                    <a:pt x="614" y="58"/>
                    <a:pt x="1" y="171"/>
                  </a:cubicBezTo>
                  <a:lnTo>
                    <a:pt x="1" y="1278"/>
                  </a:lnTo>
                  <a:lnTo>
                    <a:pt x="262" y="1337"/>
                  </a:lnTo>
                  <a:lnTo>
                    <a:pt x="382" y="2219"/>
                  </a:lnTo>
                  <a:lnTo>
                    <a:pt x="1739" y="3052"/>
                  </a:lnTo>
                  <a:lnTo>
                    <a:pt x="2298" y="3111"/>
                  </a:lnTo>
                  <a:lnTo>
                    <a:pt x="2739" y="3052"/>
                  </a:lnTo>
                  <a:cubicBezTo>
                    <a:pt x="3334" y="2742"/>
                    <a:pt x="3751" y="2111"/>
                    <a:pt x="3751" y="1385"/>
                  </a:cubicBezTo>
                  <a:lnTo>
                    <a:pt x="3751" y="171"/>
                  </a:lnTo>
                  <a:cubicBezTo>
                    <a:pt x="3126" y="58"/>
                    <a:pt x="2495" y="1"/>
                    <a:pt x="1867" y="1"/>
                  </a:cubicBezTo>
                  <a:close/>
                </a:path>
              </a:pathLst>
            </a:custGeom>
            <a:solidFill>
              <a:srgbClr val="CF72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83"/>
            <p:cNvSpPr/>
            <p:nvPr/>
          </p:nvSpPr>
          <p:spPr>
            <a:xfrm>
              <a:off x="8051685" y="2426361"/>
              <a:ext cx="89977" cy="105511"/>
            </a:xfrm>
            <a:custGeom>
              <a:rect b="b" l="l" r="r" t="t"/>
              <a:pathLst>
                <a:path extrusionOk="0" h="3240" w="2763">
                  <a:moveTo>
                    <a:pt x="953" y="1"/>
                  </a:moveTo>
                  <a:cubicBezTo>
                    <a:pt x="644" y="36"/>
                    <a:pt x="334" y="84"/>
                    <a:pt x="1" y="144"/>
                  </a:cubicBezTo>
                  <a:lnTo>
                    <a:pt x="1" y="1358"/>
                  </a:lnTo>
                  <a:cubicBezTo>
                    <a:pt x="1" y="2406"/>
                    <a:pt x="858" y="3239"/>
                    <a:pt x="1882" y="3239"/>
                  </a:cubicBezTo>
                  <a:cubicBezTo>
                    <a:pt x="2191" y="3239"/>
                    <a:pt x="2489" y="3156"/>
                    <a:pt x="2763" y="3025"/>
                  </a:cubicBezTo>
                  <a:cubicBezTo>
                    <a:pt x="1763" y="3001"/>
                    <a:pt x="953" y="2168"/>
                    <a:pt x="953" y="1156"/>
                  </a:cubicBezTo>
                  <a:lnTo>
                    <a:pt x="953" y="1"/>
                  </a:lnTo>
                  <a:close/>
                </a:path>
              </a:pathLst>
            </a:custGeom>
            <a:solidFill>
              <a:srgbClr val="C449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83"/>
            <p:cNvSpPr/>
            <p:nvPr/>
          </p:nvSpPr>
          <p:spPr>
            <a:xfrm>
              <a:off x="7995087" y="2359928"/>
              <a:ext cx="234598" cy="325096"/>
            </a:xfrm>
            <a:custGeom>
              <a:rect b="b" l="l" r="r" t="t"/>
              <a:pathLst>
                <a:path extrusionOk="0" h="9983" w="7204">
                  <a:moveTo>
                    <a:pt x="2382" y="398"/>
                  </a:moveTo>
                  <a:lnTo>
                    <a:pt x="2501" y="636"/>
                  </a:lnTo>
                  <a:cubicBezTo>
                    <a:pt x="2536" y="695"/>
                    <a:pt x="2596" y="731"/>
                    <a:pt x="2667" y="731"/>
                  </a:cubicBezTo>
                  <a:lnTo>
                    <a:pt x="4322" y="731"/>
                  </a:lnTo>
                  <a:cubicBezTo>
                    <a:pt x="4882" y="731"/>
                    <a:pt x="5322" y="1195"/>
                    <a:pt x="5322" y="1743"/>
                  </a:cubicBezTo>
                  <a:lnTo>
                    <a:pt x="5322" y="1969"/>
                  </a:lnTo>
                  <a:cubicBezTo>
                    <a:pt x="4763" y="1874"/>
                    <a:pt x="4194" y="1826"/>
                    <a:pt x="3627" y="1826"/>
                  </a:cubicBezTo>
                  <a:cubicBezTo>
                    <a:pt x="3060" y="1826"/>
                    <a:pt x="2495" y="1874"/>
                    <a:pt x="1941" y="1969"/>
                  </a:cubicBezTo>
                  <a:lnTo>
                    <a:pt x="1941" y="1303"/>
                  </a:lnTo>
                  <a:cubicBezTo>
                    <a:pt x="1941" y="945"/>
                    <a:pt x="2096" y="612"/>
                    <a:pt x="2382" y="398"/>
                  </a:cubicBezTo>
                  <a:close/>
                  <a:moveTo>
                    <a:pt x="2870" y="5315"/>
                  </a:moveTo>
                  <a:cubicBezTo>
                    <a:pt x="3108" y="5410"/>
                    <a:pt x="3358" y="5470"/>
                    <a:pt x="3632" y="5470"/>
                  </a:cubicBezTo>
                  <a:cubicBezTo>
                    <a:pt x="3870" y="5470"/>
                    <a:pt x="4108" y="5422"/>
                    <a:pt x="4334" y="5351"/>
                  </a:cubicBezTo>
                  <a:lnTo>
                    <a:pt x="4334" y="5815"/>
                  </a:lnTo>
                  <a:cubicBezTo>
                    <a:pt x="4334" y="6208"/>
                    <a:pt x="4001" y="6541"/>
                    <a:pt x="3608" y="6541"/>
                  </a:cubicBezTo>
                  <a:cubicBezTo>
                    <a:pt x="3203" y="6541"/>
                    <a:pt x="2870" y="6208"/>
                    <a:pt x="2870" y="5815"/>
                  </a:cubicBezTo>
                  <a:lnTo>
                    <a:pt x="2870" y="5315"/>
                  </a:lnTo>
                  <a:close/>
                  <a:moveTo>
                    <a:pt x="2412" y="0"/>
                  </a:moveTo>
                  <a:cubicBezTo>
                    <a:pt x="2344" y="0"/>
                    <a:pt x="2284" y="16"/>
                    <a:pt x="2239" y="52"/>
                  </a:cubicBezTo>
                  <a:cubicBezTo>
                    <a:pt x="1822" y="338"/>
                    <a:pt x="1560" y="791"/>
                    <a:pt x="1560" y="1303"/>
                  </a:cubicBezTo>
                  <a:lnTo>
                    <a:pt x="1560" y="3398"/>
                  </a:lnTo>
                  <a:cubicBezTo>
                    <a:pt x="1560" y="3612"/>
                    <a:pt x="1596" y="3815"/>
                    <a:pt x="1655" y="4005"/>
                  </a:cubicBezTo>
                  <a:cubicBezTo>
                    <a:pt x="1674" y="4081"/>
                    <a:pt x="1747" y="4135"/>
                    <a:pt x="1824" y="4135"/>
                  </a:cubicBezTo>
                  <a:cubicBezTo>
                    <a:pt x="1843" y="4135"/>
                    <a:pt x="1863" y="4131"/>
                    <a:pt x="1882" y="4124"/>
                  </a:cubicBezTo>
                  <a:cubicBezTo>
                    <a:pt x="1965" y="4101"/>
                    <a:pt x="2024" y="3993"/>
                    <a:pt x="2001" y="3910"/>
                  </a:cubicBezTo>
                  <a:cubicBezTo>
                    <a:pt x="1953" y="3743"/>
                    <a:pt x="1917" y="3577"/>
                    <a:pt x="1917" y="3398"/>
                  </a:cubicBezTo>
                  <a:lnTo>
                    <a:pt x="1917" y="2327"/>
                  </a:lnTo>
                  <a:cubicBezTo>
                    <a:pt x="2477" y="2231"/>
                    <a:pt x="3042" y="2184"/>
                    <a:pt x="3609" y="2184"/>
                  </a:cubicBezTo>
                  <a:cubicBezTo>
                    <a:pt x="4177" y="2184"/>
                    <a:pt x="4745" y="2231"/>
                    <a:pt x="5311" y="2327"/>
                  </a:cubicBezTo>
                  <a:lnTo>
                    <a:pt x="5311" y="3398"/>
                  </a:lnTo>
                  <a:cubicBezTo>
                    <a:pt x="5311" y="4339"/>
                    <a:pt x="4560" y="5101"/>
                    <a:pt x="3620" y="5101"/>
                  </a:cubicBezTo>
                  <a:cubicBezTo>
                    <a:pt x="3132" y="5101"/>
                    <a:pt x="2667" y="4886"/>
                    <a:pt x="2334" y="4517"/>
                  </a:cubicBezTo>
                  <a:cubicBezTo>
                    <a:pt x="2301" y="4477"/>
                    <a:pt x="2249" y="4452"/>
                    <a:pt x="2198" y="4452"/>
                  </a:cubicBezTo>
                  <a:cubicBezTo>
                    <a:pt x="2157" y="4452"/>
                    <a:pt x="2116" y="4468"/>
                    <a:pt x="2084" y="4505"/>
                  </a:cubicBezTo>
                  <a:cubicBezTo>
                    <a:pt x="2013" y="4565"/>
                    <a:pt x="2001" y="4684"/>
                    <a:pt x="2072" y="4755"/>
                  </a:cubicBezTo>
                  <a:cubicBezTo>
                    <a:pt x="2203" y="4898"/>
                    <a:pt x="2358" y="5041"/>
                    <a:pt x="2513" y="5136"/>
                  </a:cubicBezTo>
                  <a:lnTo>
                    <a:pt x="2513" y="5720"/>
                  </a:lnTo>
                  <a:lnTo>
                    <a:pt x="834" y="7029"/>
                  </a:lnTo>
                  <a:cubicBezTo>
                    <a:pt x="298" y="7446"/>
                    <a:pt x="0" y="8053"/>
                    <a:pt x="0" y="8744"/>
                  </a:cubicBezTo>
                  <a:lnTo>
                    <a:pt x="0" y="9804"/>
                  </a:lnTo>
                  <a:cubicBezTo>
                    <a:pt x="0" y="9899"/>
                    <a:pt x="72" y="9982"/>
                    <a:pt x="179" y="9982"/>
                  </a:cubicBezTo>
                  <a:cubicBezTo>
                    <a:pt x="286" y="9982"/>
                    <a:pt x="358" y="9899"/>
                    <a:pt x="358" y="9804"/>
                  </a:cubicBezTo>
                  <a:lnTo>
                    <a:pt x="358" y="8732"/>
                  </a:lnTo>
                  <a:cubicBezTo>
                    <a:pt x="358" y="8161"/>
                    <a:pt x="608" y="7660"/>
                    <a:pt x="1060" y="7315"/>
                  </a:cubicBezTo>
                  <a:lnTo>
                    <a:pt x="2560" y="6136"/>
                  </a:lnTo>
                  <a:cubicBezTo>
                    <a:pt x="2691" y="6565"/>
                    <a:pt x="3108" y="6898"/>
                    <a:pt x="3608" y="6898"/>
                  </a:cubicBezTo>
                  <a:cubicBezTo>
                    <a:pt x="4096" y="6898"/>
                    <a:pt x="4501" y="6589"/>
                    <a:pt x="4644" y="6136"/>
                  </a:cubicBezTo>
                  <a:lnTo>
                    <a:pt x="6144" y="7315"/>
                  </a:lnTo>
                  <a:cubicBezTo>
                    <a:pt x="6596" y="7660"/>
                    <a:pt x="6846" y="8172"/>
                    <a:pt x="6846" y="8732"/>
                  </a:cubicBezTo>
                  <a:lnTo>
                    <a:pt x="6846" y="9780"/>
                  </a:lnTo>
                  <a:cubicBezTo>
                    <a:pt x="6846" y="9887"/>
                    <a:pt x="6918" y="9958"/>
                    <a:pt x="7025" y="9958"/>
                  </a:cubicBezTo>
                  <a:cubicBezTo>
                    <a:pt x="7132" y="9958"/>
                    <a:pt x="7204" y="9887"/>
                    <a:pt x="7204" y="9780"/>
                  </a:cubicBezTo>
                  <a:lnTo>
                    <a:pt x="7204" y="8732"/>
                  </a:lnTo>
                  <a:cubicBezTo>
                    <a:pt x="7204" y="8053"/>
                    <a:pt x="6906" y="7434"/>
                    <a:pt x="6370" y="7029"/>
                  </a:cubicBezTo>
                  <a:lnTo>
                    <a:pt x="4691" y="5720"/>
                  </a:lnTo>
                  <a:lnTo>
                    <a:pt x="4691" y="5172"/>
                  </a:lnTo>
                  <a:cubicBezTo>
                    <a:pt x="5287" y="4815"/>
                    <a:pt x="5692" y="4160"/>
                    <a:pt x="5692" y="3398"/>
                  </a:cubicBezTo>
                  <a:lnTo>
                    <a:pt x="5692" y="1743"/>
                  </a:lnTo>
                  <a:cubicBezTo>
                    <a:pt x="5692" y="993"/>
                    <a:pt x="5061" y="362"/>
                    <a:pt x="4299" y="362"/>
                  </a:cubicBezTo>
                  <a:lnTo>
                    <a:pt x="2775" y="362"/>
                  </a:lnTo>
                  <a:lnTo>
                    <a:pt x="2667" y="160"/>
                  </a:lnTo>
                  <a:cubicBezTo>
                    <a:pt x="2620" y="76"/>
                    <a:pt x="2560" y="17"/>
                    <a:pt x="2477" y="5"/>
                  </a:cubicBezTo>
                  <a:cubicBezTo>
                    <a:pt x="2454" y="2"/>
                    <a:pt x="2433" y="0"/>
                    <a:pt x="2412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83"/>
            <p:cNvSpPr/>
            <p:nvPr/>
          </p:nvSpPr>
          <p:spPr>
            <a:xfrm>
              <a:off x="8039668" y="2642332"/>
              <a:ext cx="11658" cy="41911"/>
            </a:xfrm>
            <a:custGeom>
              <a:rect b="b" l="l" r="r" t="t"/>
              <a:pathLst>
                <a:path extrusionOk="0" h="1287" w="35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1108"/>
                  </a:lnTo>
                  <a:cubicBezTo>
                    <a:pt x="1" y="1215"/>
                    <a:pt x="72" y="1286"/>
                    <a:pt x="179" y="1286"/>
                  </a:cubicBezTo>
                  <a:cubicBezTo>
                    <a:pt x="286" y="1286"/>
                    <a:pt x="358" y="1215"/>
                    <a:pt x="358" y="1108"/>
                  </a:cubicBezTo>
                  <a:lnTo>
                    <a:pt x="358" y="179"/>
                  </a:lnTo>
                  <a:cubicBezTo>
                    <a:pt x="358" y="72"/>
                    <a:pt x="286" y="1"/>
                    <a:pt x="179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83"/>
            <p:cNvSpPr/>
            <p:nvPr/>
          </p:nvSpPr>
          <p:spPr>
            <a:xfrm>
              <a:off x="8173445" y="2642332"/>
              <a:ext cx="11658" cy="41911"/>
            </a:xfrm>
            <a:custGeom>
              <a:rect b="b" l="l" r="r" t="t"/>
              <a:pathLst>
                <a:path extrusionOk="0" h="1287" w="358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lnTo>
                    <a:pt x="0" y="1108"/>
                  </a:lnTo>
                  <a:cubicBezTo>
                    <a:pt x="0" y="1215"/>
                    <a:pt x="72" y="1286"/>
                    <a:pt x="179" y="1286"/>
                  </a:cubicBezTo>
                  <a:cubicBezTo>
                    <a:pt x="286" y="1286"/>
                    <a:pt x="357" y="1215"/>
                    <a:pt x="357" y="1108"/>
                  </a:cubicBezTo>
                  <a:lnTo>
                    <a:pt x="357" y="179"/>
                  </a:lnTo>
                  <a:cubicBezTo>
                    <a:pt x="357" y="72"/>
                    <a:pt x="286" y="1"/>
                    <a:pt x="179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83"/>
            <p:cNvSpPr/>
            <p:nvPr/>
          </p:nvSpPr>
          <p:spPr>
            <a:xfrm>
              <a:off x="7911720" y="2458177"/>
              <a:ext cx="110526" cy="183406"/>
            </a:xfrm>
            <a:custGeom>
              <a:rect b="b" l="l" r="r" t="t"/>
              <a:pathLst>
                <a:path extrusionOk="0" h="5632" w="3394">
                  <a:moveTo>
                    <a:pt x="2215" y="369"/>
                  </a:moveTo>
                  <a:cubicBezTo>
                    <a:pt x="2656" y="369"/>
                    <a:pt x="3013" y="726"/>
                    <a:pt x="3013" y="1155"/>
                  </a:cubicBezTo>
                  <a:lnTo>
                    <a:pt x="3013" y="1643"/>
                  </a:lnTo>
                  <a:cubicBezTo>
                    <a:pt x="3013" y="2084"/>
                    <a:pt x="2644" y="2441"/>
                    <a:pt x="2215" y="2441"/>
                  </a:cubicBezTo>
                  <a:cubicBezTo>
                    <a:pt x="1786" y="2441"/>
                    <a:pt x="1429" y="2084"/>
                    <a:pt x="1429" y="1643"/>
                  </a:cubicBezTo>
                  <a:lnTo>
                    <a:pt x="1429" y="1155"/>
                  </a:lnTo>
                  <a:cubicBezTo>
                    <a:pt x="1429" y="726"/>
                    <a:pt x="1786" y="369"/>
                    <a:pt x="2215" y="369"/>
                  </a:cubicBezTo>
                  <a:close/>
                  <a:moveTo>
                    <a:pt x="2239" y="0"/>
                  </a:moveTo>
                  <a:cubicBezTo>
                    <a:pt x="1596" y="0"/>
                    <a:pt x="1072" y="512"/>
                    <a:pt x="1072" y="1155"/>
                  </a:cubicBezTo>
                  <a:lnTo>
                    <a:pt x="1072" y="1643"/>
                  </a:lnTo>
                  <a:cubicBezTo>
                    <a:pt x="1072" y="1976"/>
                    <a:pt x="1203" y="2274"/>
                    <a:pt x="1441" y="2500"/>
                  </a:cubicBezTo>
                  <a:lnTo>
                    <a:pt x="1441" y="3096"/>
                  </a:lnTo>
                  <a:lnTo>
                    <a:pt x="132" y="4227"/>
                  </a:lnTo>
                  <a:cubicBezTo>
                    <a:pt x="48" y="4298"/>
                    <a:pt x="1" y="4405"/>
                    <a:pt x="1" y="4501"/>
                  </a:cubicBezTo>
                  <a:lnTo>
                    <a:pt x="1" y="5132"/>
                  </a:lnTo>
                  <a:cubicBezTo>
                    <a:pt x="1" y="5310"/>
                    <a:pt x="120" y="5441"/>
                    <a:pt x="298" y="5477"/>
                  </a:cubicBezTo>
                  <a:cubicBezTo>
                    <a:pt x="870" y="5572"/>
                    <a:pt x="1441" y="5632"/>
                    <a:pt x="2025" y="5632"/>
                  </a:cubicBezTo>
                  <a:cubicBezTo>
                    <a:pt x="2132" y="5632"/>
                    <a:pt x="2203" y="5560"/>
                    <a:pt x="2203" y="5453"/>
                  </a:cubicBezTo>
                  <a:cubicBezTo>
                    <a:pt x="2203" y="5358"/>
                    <a:pt x="2132" y="5275"/>
                    <a:pt x="2025" y="5275"/>
                  </a:cubicBezTo>
                  <a:cubicBezTo>
                    <a:pt x="1477" y="5263"/>
                    <a:pt x="905" y="5215"/>
                    <a:pt x="358" y="5120"/>
                  </a:cubicBezTo>
                  <a:lnTo>
                    <a:pt x="370" y="4489"/>
                  </a:lnTo>
                  <a:lnTo>
                    <a:pt x="1739" y="3310"/>
                  </a:lnTo>
                  <a:cubicBezTo>
                    <a:pt x="1786" y="3286"/>
                    <a:pt x="1798" y="3227"/>
                    <a:pt x="1798" y="3179"/>
                  </a:cubicBezTo>
                  <a:lnTo>
                    <a:pt x="1798" y="2738"/>
                  </a:lnTo>
                  <a:cubicBezTo>
                    <a:pt x="1941" y="2798"/>
                    <a:pt x="2072" y="2810"/>
                    <a:pt x="2239" y="2810"/>
                  </a:cubicBezTo>
                  <a:cubicBezTo>
                    <a:pt x="2382" y="2810"/>
                    <a:pt x="2537" y="2774"/>
                    <a:pt x="2668" y="2738"/>
                  </a:cubicBezTo>
                  <a:lnTo>
                    <a:pt x="2668" y="3179"/>
                  </a:lnTo>
                  <a:cubicBezTo>
                    <a:pt x="2668" y="3239"/>
                    <a:pt x="2691" y="3286"/>
                    <a:pt x="2727" y="3310"/>
                  </a:cubicBezTo>
                  <a:lnTo>
                    <a:pt x="3084" y="3608"/>
                  </a:lnTo>
                  <a:cubicBezTo>
                    <a:pt x="3108" y="3643"/>
                    <a:pt x="3156" y="3655"/>
                    <a:pt x="3203" y="3655"/>
                  </a:cubicBezTo>
                  <a:cubicBezTo>
                    <a:pt x="3251" y="3655"/>
                    <a:pt x="3310" y="3643"/>
                    <a:pt x="3334" y="3596"/>
                  </a:cubicBezTo>
                  <a:cubicBezTo>
                    <a:pt x="3394" y="3524"/>
                    <a:pt x="3394" y="3405"/>
                    <a:pt x="3322" y="3346"/>
                  </a:cubicBezTo>
                  <a:lnTo>
                    <a:pt x="3025" y="3096"/>
                  </a:lnTo>
                  <a:lnTo>
                    <a:pt x="3025" y="2500"/>
                  </a:lnTo>
                  <a:cubicBezTo>
                    <a:pt x="3251" y="2286"/>
                    <a:pt x="3394" y="1988"/>
                    <a:pt x="3394" y="1643"/>
                  </a:cubicBezTo>
                  <a:lnTo>
                    <a:pt x="3394" y="1155"/>
                  </a:lnTo>
                  <a:cubicBezTo>
                    <a:pt x="3394" y="512"/>
                    <a:pt x="2870" y="0"/>
                    <a:pt x="2239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83"/>
            <p:cNvSpPr/>
            <p:nvPr/>
          </p:nvSpPr>
          <p:spPr>
            <a:xfrm>
              <a:off x="8204056" y="2458177"/>
              <a:ext cx="76039" cy="119058"/>
            </a:xfrm>
            <a:custGeom>
              <a:rect b="b" l="l" r="r" t="t"/>
              <a:pathLst>
                <a:path extrusionOk="0" h="3656" w="2335">
                  <a:moveTo>
                    <a:pt x="1180" y="381"/>
                  </a:moveTo>
                  <a:cubicBezTo>
                    <a:pt x="1608" y="381"/>
                    <a:pt x="1965" y="738"/>
                    <a:pt x="1965" y="1167"/>
                  </a:cubicBezTo>
                  <a:lnTo>
                    <a:pt x="1965" y="1667"/>
                  </a:lnTo>
                  <a:cubicBezTo>
                    <a:pt x="1977" y="2096"/>
                    <a:pt x="1620" y="2453"/>
                    <a:pt x="1180" y="2453"/>
                  </a:cubicBezTo>
                  <a:cubicBezTo>
                    <a:pt x="739" y="2453"/>
                    <a:pt x="382" y="2096"/>
                    <a:pt x="382" y="1667"/>
                  </a:cubicBezTo>
                  <a:lnTo>
                    <a:pt x="382" y="1167"/>
                  </a:lnTo>
                  <a:cubicBezTo>
                    <a:pt x="382" y="738"/>
                    <a:pt x="739" y="381"/>
                    <a:pt x="1180" y="381"/>
                  </a:cubicBezTo>
                  <a:close/>
                  <a:moveTo>
                    <a:pt x="1180" y="0"/>
                  </a:moveTo>
                  <a:cubicBezTo>
                    <a:pt x="537" y="0"/>
                    <a:pt x="13" y="512"/>
                    <a:pt x="13" y="1155"/>
                  </a:cubicBezTo>
                  <a:lnTo>
                    <a:pt x="13" y="1643"/>
                  </a:lnTo>
                  <a:cubicBezTo>
                    <a:pt x="13" y="1976"/>
                    <a:pt x="144" y="2274"/>
                    <a:pt x="382" y="2500"/>
                  </a:cubicBezTo>
                  <a:lnTo>
                    <a:pt x="382" y="3096"/>
                  </a:lnTo>
                  <a:lnTo>
                    <a:pt x="84" y="3346"/>
                  </a:lnTo>
                  <a:cubicBezTo>
                    <a:pt x="13" y="3405"/>
                    <a:pt x="1" y="3524"/>
                    <a:pt x="72" y="3596"/>
                  </a:cubicBezTo>
                  <a:cubicBezTo>
                    <a:pt x="108" y="3643"/>
                    <a:pt x="168" y="3655"/>
                    <a:pt x="203" y="3655"/>
                  </a:cubicBezTo>
                  <a:cubicBezTo>
                    <a:pt x="251" y="3655"/>
                    <a:pt x="299" y="3643"/>
                    <a:pt x="322" y="3608"/>
                  </a:cubicBezTo>
                  <a:lnTo>
                    <a:pt x="680" y="3310"/>
                  </a:lnTo>
                  <a:cubicBezTo>
                    <a:pt x="727" y="3286"/>
                    <a:pt x="739" y="3227"/>
                    <a:pt x="739" y="3179"/>
                  </a:cubicBezTo>
                  <a:lnTo>
                    <a:pt x="739" y="2738"/>
                  </a:lnTo>
                  <a:cubicBezTo>
                    <a:pt x="882" y="2798"/>
                    <a:pt x="1013" y="2810"/>
                    <a:pt x="1180" y="2810"/>
                  </a:cubicBezTo>
                  <a:cubicBezTo>
                    <a:pt x="1334" y="2810"/>
                    <a:pt x="1477" y="2774"/>
                    <a:pt x="1608" y="2738"/>
                  </a:cubicBezTo>
                  <a:lnTo>
                    <a:pt x="1608" y="3179"/>
                  </a:lnTo>
                  <a:cubicBezTo>
                    <a:pt x="1608" y="3239"/>
                    <a:pt x="1632" y="3286"/>
                    <a:pt x="1668" y="3310"/>
                  </a:cubicBezTo>
                  <a:lnTo>
                    <a:pt x="1965" y="3572"/>
                  </a:lnTo>
                  <a:cubicBezTo>
                    <a:pt x="1989" y="3596"/>
                    <a:pt x="2037" y="3608"/>
                    <a:pt x="2084" y="3608"/>
                  </a:cubicBezTo>
                  <a:cubicBezTo>
                    <a:pt x="2132" y="3608"/>
                    <a:pt x="2192" y="3596"/>
                    <a:pt x="2215" y="3548"/>
                  </a:cubicBezTo>
                  <a:cubicBezTo>
                    <a:pt x="2275" y="3477"/>
                    <a:pt x="2275" y="3358"/>
                    <a:pt x="2204" y="3298"/>
                  </a:cubicBezTo>
                  <a:lnTo>
                    <a:pt x="1965" y="3096"/>
                  </a:lnTo>
                  <a:lnTo>
                    <a:pt x="1965" y="2500"/>
                  </a:lnTo>
                  <a:cubicBezTo>
                    <a:pt x="2192" y="2286"/>
                    <a:pt x="2334" y="1988"/>
                    <a:pt x="2334" y="1643"/>
                  </a:cubicBezTo>
                  <a:lnTo>
                    <a:pt x="2334" y="1155"/>
                  </a:lnTo>
                  <a:cubicBezTo>
                    <a:pt x="2334" y="512"/>
                    <a:pt x="1811" y="0"/>
                    <a:pt x="1180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83"/>
            <p:cNvSpPr/>
            <p:nvPr/>
          </p:nvSpPr>
          <p:spPr>
            <a:xfrm>
              <a:off x="8242841" y="2581207"/>
              <a:ext cx="72164" cy="61157"/>
            </a:xfrm>
            <a:custGeom>
              <a:rect b="b" l="l" r="r" t="t"/>
              <a:pathLst>
                <a:path extrusionOk="0" h="1878" w="2216">
                  <a:moveTo>
                    <a:pt x="1485" y="1"/>
                  </a:moveTo>
                  <a:cubicBezTo>
                    <a:pt x="1436" y="1"/>
                    <a:pt x="1389" y="19"/>
                    <a:pt x="1358" y="56"/>
                  </a:cubicBezTo>
                  <a:cubicBezTo>
                    <a:pt x="1286" y="127"/>
                    <a:pt x="1286" y="246"/>
                    <a:pt x="1370" y="306"/>
                  </a:cubicBezTo>
                  <a:lnTo>
                    <a:pt x="1846" y="711"/>
                  </a:lnTo>
                  <a:lnTo>
                    <a:pt x="1846" y="723"/>
                  </a:lnTo>
                  <a:lnTo>
                    <a:pt x="1846" y="1354"/>
                  </a:lnTo>
                  <a:cubicBezTo>
                    <a:pt x="1286" y="1461"/>
                    <a:pt x="739" y="1497"/>
                    <a:pt x="179" y="1520"/>
                  </a:cubicBezTo>
                  <a:cubicBezTo>
                    <a:pt x="72" y="1520"/>
                    <a:pt x="0" y="1604"/>
                    <a:pt x="0" y="1699"/>
                  </a:cubicBezTo>
                  <a:cubicBezTo>
                    <a:pt x="0" y="1794"/>
                    <a:pt x="84" y="1878"/>
                    <a:pt x="179" y="1878"/>
                  </a:cubicBezTo>
                  <a:cubicBezTo>
                    <a:pt x="762" y="1854"/>
                    <a:pt x="1334" y="1794"/>
                    <a:pt x="1905" y="1711"/>
                  </a:cubicBezTo>
                  <a:cubicBezTo>
                    <a:pt x="2060" y="1675"/>
                    <a:pt x="2203" y="1532"/>
                    <a:pt x="2203" y="1366"/>
                  </a:cubicBezTo>
                  <a:lnTo>
                    <a:pt x="2203" y="746"/>
                  </a:lnTo>
                  <a:cubicBezTo>
                    <a:pt x="2215" y="604"/>
                    <a:pt x="2167" y="508"/>
                    <a:pt x="2084" y="449"/>
                  </a:cubicBezTo>
                  <a:lnTo>
                    <a:pt x="1608" y="44"/>
                  </a:lnTo>
                  <a:cubicBezTo>
                    <a:pt x="1574" y="16"/>
                    <a:pt x="1529" y="1"/>
                    <a:pt x="1485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83"/>
            <p:cNvSpPr/>
            <p:nvPr/>
          </p:nvSpPr>
          <p:spPr>
            <a:xfrm>
              <a:off x="8184680" y="2303623"/>
              <a:ext cx="129934" cy="109972"/>
            </a:xfrm>
            <a:custGeom>
              <a:rect b="b" l="l" r="r" t="t"/>
              <a:pathLst>
                <a:path extrusionOk="0" h="3377" w="3990">
                  <a:moveTo>
                    <a:pt x="3578" y="0"/>
                  </a:moveTo>
                  <a:cubicBezTo>
                    <a:pt x="3544" y="0"/>
                    <a:pt x="3510" y="7"/>
                    <a:pt x="3477" y="19"/>
                  </a:cubicBezTo>
                  <a:cubicBezTo>
                    <a:pt x="3394" y="79"/>
                    <a:pt x="3382" y="186"/>
                    <a:pt x="3418" y="281"/>
                  </a:cubicBezTo>
                  <a:cubicBezTo>
                    <a:pt x="3561" y="484"/>
                    <a:pt x="3632" y="734"/>
                    <a:pt x="3632" y="996"/>
                  </a:cubicBezTo>
                  <a:cubicBezTo>
                    <a:pt x="3632" y="1770"/>
                    <a:pt x="3037" y="2377"/>
                    <a:pt x="2275" y="2377"/>
                  </a:cubicBezTo>
                  <a:lnTo>
                    <a:pt x="2191" y="2377"/>
                  </a:lnTo>
                  <a:cubicBezTo>
                    <a:pt x="2108" y="2377"/>
                    <a:pt x="2048" y="2401"/>
                    <a:pt x="2025" y="2460"/>
                  </a:cubicBezTo>
                  <a:lnTo>
                    <a:pt x="1739" y="2984"/>
                  </a:lnTo>
                  <a:lnTo>
                    <a:pt x="1477" y="2460"/>
                  </a:lnTo>
                  <a:cubicBezTo>
                    <a:pt x="1441" y="2401"/>
                    <a:pt x="1382" y="2365"/>
                    <a:pt x="1310" y="2365"/>
                  </a:cubicBezTo>
                  <a:lnTo>
                    <a:pt x="179" y="2365"/>
                  </a:lnTo>
                  <a:cubicBezTo>
                    <a:pt x="72" y="2365"/>
                    <a:pt x="1" y="2436"/>
                    <a:pt x="1" y="2543"/>
                  </a:cubicBezTo>
                  <a:cubicBezTo>
                    <a:pt x="1" y="2639"/>
                    <a:pt x="72" y="2722"/>
                    <a:pt x="179" y="2722"/>
                  </a:cubicBezTo>
                  <a:lnTo>
                    <a:pt x="1191" y="2722"/>
                  </a:lnTo>
                  <a:lnTo>
                    <a:pt x="1429" y="3198"/>
                  </a:lnTo>
                  <a:cubicBezTo>
                    <a:pt x="1489" y="3317"/>
                    <a:pt x="1608" y="3377"/>
                    <a:pt x="1727" y="3377"/>
                  </a:cubicBezTo>
                  <a:cubicBezTo>
                    <a:pt x="1846" y="3377"/>
                    <a:pt x="1965" y="3294"/>
                    <a:pt x="2025" y="3198"/>
                  </a:cubicBezTo>
                  <a:lnTo>
                    <a:pt x="2275" y="2722"/>
                  </a:lnTo>
                  <a:cubicBezTo>
                    <a:pt x="3215" y="2698"/>
                    <a:pt x="3989" y="1948"/>
                    <a:pt x="3989" y="996"/>
                  </a:cubicBezTo>
                  <a:cubicBezTo>
                    <a:pt x="3989" y="662"/>
                    <a:pt x="3894" y="353"/>
                    <a:pt x="3739" y="79"/>
                  </a:cubicBezTo>
                  <a:cubicBezTo>
                    <a:pt x="3700" y="24"/>
                    <a:pt x="3641" y="0"/>
                    <a:pt x="3578" y="0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83"/>
            <p:cNvSpPr/>
            <p:nvPr/>
          </p:nvSpPr>
          <p:spPr>
            <a:xfrm>
              <a:off x="7910157" y="2280958"/>
              <a:ext cx="379643" cy="133028"/>
            </a:xfrm>
            <a:custGeom>
              <a:rect b="b" l="l" r="r" t="t"/>
              <a:pathLst>
                <a:path extrusionOk="0" h="4085" w="11658">
                  <a:moveTo>
                    <a:pt x="1727" y="1"/>
                  </a:moveTo>
                  <a:cubicBezTo>
                    <a:pt x="775" y="1"/>
                    <a:pt x="1" y="775"/>
                    <a:pt x="1" y="1727"/>
                  </a:cubicBezTo>
                  <a:cubicBezTo>
                    <a:pt x="25" y="2656"/>
                    <a:pt x="775" y="3430"/>
                    <a:pt x="1727" y="3430"/>
                  </a:cubicBezTo>
                  <a:lnTo>
                    <a:pt x="1989" y="3906"/>
                  </a:lnTo>
                  <a:cubicBezTo>
                    <a:pt x="2049" y="4013"/>
                    <a:pt x="2168" y="4085"/>
                    <a:pt x="2287" y="4085"/>
                  </a:cubicBezTo>
                  <a:cubicBezTo>
                    <a:pt x="2406" y="4085"/>
                    <a:pt x="2525" y="4013"/>
                    <a:pt x="2585" y="3906"/>
                  </a:cubicBezTo>
                  <a:lnTo>
                    <a:pt x="2823" y="3430"/>
                  </a:lnTo>
                  <a:lnTo>
                    <a:pt x="3680" y="3430"/>
                  </a:lnTo>
                  <a:cubicBezTo>
                    <a:pt x="3787" y="3430"/>
                    <a:pt x="3859" y="3358"/>
                    <a:pt x="3859" y="3251"/>
                  </a:cubicBezTo>
                  <a:cubicBezTo>
                    <a:pt x="3859" y="3144"/>
                    <a:pt x="3787" y="3073"/>
                    <a:pt x="3680" y="3073"/>
                  </a:cubicBezTo>
                  <a:lnTo>
                    <a:pt x="2704" y="3073"/>
                  </a:lnTo>
                  <a:cubicBezTo>
                    <a:pt x="2620" y="3073"/>
                    <a:pt x="2561" y="3120"/>
                    <a:pt x="2537" y="3180"/>
                  </a:cubicBezTo>
                  <a:lnTo>
                    <a:pt x="2263" y="3692"/>
                  </a:lnTo>
                  <a:lnTo>
                    <a:pt x="1989" y="3180"/>
                  </a:lnTo>
                  <a:cubicBezTo>
                    <a:pt x="1954" y="3120"/>
                    <a:pt x="1894" y="3085"/>
                    <a:pt x="1823" y="3085"/>
                  </a:cubicBezTo>
                  <a:lnTo>
                    <a:pt x="1727" y="3085"/>
                  </a:lnTo>
                  <a:cubicBezTo>
                    <a:pt x="989" y="3085"/>
                    <a:pt x="382" y="2477"/>
                    <a:pt x="382" y="1727"/>
                  </a:cubicBezTo>
                  <a:cubicBezTo>
                    <a:pt x="382" y="989"/>
                    <a:pt x="989" y="382"/>
                    <a:pt x="1727" y="382"/>
                  </a:cubicBezTo>
                  <a:lnTo>
                    <a:pt x="10705" y="382"/>
                  </a:lnTo>
                  <a:cubicBezTo>
                    <a:pt x="10931" y="382"/>
                    <a:pt x="11157" y="430"/>
                    <a:pt x="11359" y="537"/>
                  </a:cubicBezTo>
                  <a:cubicBezTo>
                    <a:pt x="11391" y="553"/>
                    <a:pt x="11423" y="561"/>
                    <a:pt x="11453" y="561"/>
                  </a:cubicBezTo>
                  <a:cubicBezTo>
                    <a:pt x="11514" y="561"/>
                    <a:pt x="11570" y="529"/>
                    <a:pt x="11610" y="465"/>
                  </a:cubicBezTo>
                  <a:cubicBezTo>
                    <a:pt x="11657" y="382"/>
                    <a:pt x="11633" y="275"/>
                    <a:pt x="11538" y="215"/>
                  </a:cubicBezTo>
                  <a:cubicBezTo>
                    <a:pt x="11288" y="84"/>
                    <a:pt x="11002" y="1"/>
                    <a:pt x="10705" y="1"/>
                  </a:cubicBezTo>
                  <a:close/>
                </a:path>
              </a:pathLst>
            </a:custGeom>
            <a:solidFill>
              <a:srgbClr val="0703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14" name="Google Shape;2114;p8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31" y="1760894"/>
            <a:ext cx="3882174" cy="24004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5" name="Google Shape;2115;p83"/>
          <p:cNvCxnSpPr/>
          <p:nvPr/>
        </p:nvCxnSpPr>
        <p:spPr>
          <a:xfrm rot="10800000">
            <a:off x="2462100" y="2051019"/>
            <a:ext cx="448800" cy="568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116" name="Google Shape;2116;p83"/>
          <p:cNvCxnSpPr>
            <a:stCxn id="2117" idx="2"/>
          </p:cNvCxnSpPr>
          <p:nvPr/>
        </p:nvCxnSpPr>
        <p:spPr>
          <a:xfrm>
            <a:off x="963200" y="3252744"/>
            <a:ext cx="40800" cy="568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18" name="Google Shape;2118;p83"/>
          <p:cNvCxnSpPr>
            <a:stCxn id="2119" idx="2"/>
          </p:cNvCxnSpPr>
          <p:nvPr/>
        </p:nvCxnSpPr>
        <p:spPr>
          <a:xfrm>
            <a:off x="1937425" y="3180744"/>
            <a:ext cx="60000" cy="48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117" name="Google Shape;2117;p83"/>
          <p:cNvSpPr txBox="1"/>
          <p:nvPr>
            <p:ph idx="4294967295" type="subTitle"/>
          </p:nvPr>
        </p:nvSpPr>
        <p:spPr>
          <a:xfrm>
            <a:off x="513650" y="2231544"/>
            <a:ext cx="899100" cy="1021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</a:rPr>
              <a:t>9/100 fastest-growing YouTube channels make purely AI-generated content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2119" name="Google Shape;2119;p83"/>
          <p:cNvSpPr txBox="1"/>
          <p:nvPr>
            <p:ph idx="4294967295" type="subTitle"/>
          </p:nvPr>
        </p:nvSpPr>
        <p:spPr>
          <a:xfrm>
            <a:off x="1487875" y="2303544"/>
            <a:ext cx="899100" cy="877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</a:rPr>
              <a:t>21% of shorts recommended to new accounts are AI-generated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2120" name="Google Shape;2120;p83"/>
          <p:cNvSpPr txBox="1"/>
          <p:nvPr>
            <p:ph idx="4294967295" type="subTitle"/>
          </p:nvPr>
        </p:nvSpPr>
        <p:spPr>
          <a:xfrm>
            <a:off x="1487875" y="1580744"/>
            <a:ext cx="1431000" cy="488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</a:rPr>
              <a:t>Approaching 100% adoption of AI-generated media content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2121" name="Google Shape;2121;p83"/>
          <p:cNvSpPr txBox="1"/>
          <p:nvPr/>
        </p:nvSpPr>
        <p:spPr>
          <a:xfrm>
            <a:off x="68325" y="4009153"/>
            <a:ext cx="404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Guardian, </a:t>
            </a:r>
            <a:r>
              <a:rPr i="1" lang="en" sz="8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Cat soap operas and babies trapped in space: the ‘AI slop’ taking over YouTube</a:t>
            </a:r>
            <a:endParaRPr i="1" sz="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Kapwing, </a:t>
            </a:r>
            <a:r>
              <a:rPr i="1" lang="en" sz="8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 Slop Report: The Global Rise of Low-Quality AI Videos</a:t>
            </a:r>
            <a:endParaRPr i="1" sz="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International Trade Administration, </a:t>
            </a:r>
            <a:r>
              <a:rPr i="1" lang="en" sz="8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Media &amp; Entertainment</a:t>
            </a:r>
            <a:endParaRPr i="1" sz="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Motion Picture Association, </a:t>
            </a:r>
            <a:r>
              <a:rPr i="1" lang="en" sz="8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Driving Local Economies</a:t>
            </a:r>
            <a:endParaRPr i="1" sz="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Bureau of Justice Assistance,</a:t>
            </a:r>
            <a:r>
              <a:rPr i="1" lang="en" sz="800" u="sng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Video Evidence</a:t>
            </a:r>
            <a:endParaRPr i="1" sz="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2" name="Google Shape;2122;p83"/>
          <p:cNvSpPr txBox="1"/>
          <p:nvPr/>
        </p:nvSpPr>
        <p:spPr>
          <a:xfrm>
            <a:off x="5122150" y="448650"/>
            <a:ext cx="40218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Complet</a:t>
            </a: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ely Restructures Media Landscape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Char char="➔"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AI-generated media is </a:t>
            </a:r>
            <a:r>
              <a:rPr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essentially indistinguishable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from non-AI content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Char char="➔"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Reframing of AI-generated media from “AI slop” to conventionally accepted method of creation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Char char="➔"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Ability to create media no longer gated by access to traditional distribution outlets or industry connections, but by </a:t>
            </a:r>
            <a:r>
              <a:rPr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access</a:t>
            </a:r>
            <a:r>
              <a:rPr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AI generation tools</a:t>
            </a:r>
            <a:endParaRPr sz="10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3" name="Google Shape;2123;p83"/>
          <p:cNvSpPr txBox="1"/>
          <p:nvPr/>
        </p:nvSpPr>
        <p:spPr>
          <a:xfrm>
            <a:off x="5122150" y="2027000"/>
            <a:ext cx="40218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Traditional Media Industry Breaks Down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Char char="➔"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 media and entertainment industry valued at $649 billion: film and television employs 2 million people and pays $200 billion each year in wages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Char char="➔"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 extreme, </a:t>
            </a:r>
            <a:r>
              <a:rPr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traditional media institutions completely discarded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consumers interface directly with AI to generate personalized content and entertainment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4" name="Google Shape;2124;p83"/>
          <p:cNvSpPr txBox="1"/>
          <p:nvPr/>
        </p:nvSpPr>
        <p:spPr>
          <a:xfrm>
            <a:off x="5122150" y="3387940"/>
            <a:ext cx="40218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Implications Beyond Entertainment</a:t>
            </a:r>
            <a:endParaRPr b="1"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When </a:t>
            </a:r>
            <a:r>
              <a:rPr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seeing is no longer believing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many aspects of daily life can no longer be relied upon: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Char char="➔"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Online customer support interactions that use photo or video as evidence of product defects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Char char="➔"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Authenticity of media evidence in the news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Char char="➔"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Video evidence in the courtroom: used in 80% of crime cases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84"/>
          <p:cNvSpPr txBox="1"/>
          <p:nvPr>
            <p:ph type="title"/>
          </p:nvPr>
        </p:nvSpPr>
        <p:spPr>
          <a:xfrm>
            <a:off x="280396" y="230913"/>
            <a:ext cx="387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Opportunities</a:t>
            </a:r>
            <a:endParaRPr b="1"/>
          </a:p>
        </p:txBody>
      </p:sp>
      <p:sp>
        <p:nvSpPr>
          <p:cNvPr id="2130" name="Google Shape;2130;p84"/>
          <p:cNvSpPr txBox="1"/>
          <p:nvPr>
            <p:ph idx="1" type="body"/>
          </p:nvPr>
        </p:nvSpPr>
        <p:spPr>
          <a:xfrm>
            <a:off x="313860" y="967875"/>
            <a:ext cx="2249400" cy="3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pc="-20" sz="1400">
                <a:solidFill>
                  <a:srgbClr val="101816"/>
                </a:solidFill>
              </a:rPr>
              <a:t>The Provenance Gap</a:t>
            </a:r>
            <a:endParaRPr b="1" spc="-20" sz="1400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pc="-20" sz="1290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870">
                <a:solidFill>
                  <a:srgbClr val="101816"/>
                </a:solidFill>
              </a:rPr>
              <a:t>Synthetic capture has become indistinguishable from recorded capture, and no institution owns the job of establishing which is which. The notary function of media — </a:t>
            </a:r>
            <a:r>
              <a:rPr i="1" lang="en" sz="870">
                <a:solidFill>
                  <a:srgbClr val="101816"/>
                </a:solidFill>
              </a:rPr>
              <a:t>this happened, here, then</a:t>
            </a:r>
            <a:r>
              <a:rPr lang="en" sz="870">
                <a:solidFill>
                  <a:srgbClr val="101816"/>
                </a:solidFill>
              </a:rPr>
              <a:t> — has no holder.</a:t>
            </a:r>
            <a:endParaRPr sz="870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pc="91" sz="1090">
                <a:solidFill>
                  <a:schemeClr val="accent2"/>
                </a:solidFill>
              </a:rPr>
              <a:t>Is it real</a:t>
            </a:r>
            <a:endParaRPr b="1" spc="91" sz="109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835">
                <a:solidFill>
                  <a:srgbClr val="101816"/>
                </a:solidFill>
              </a:rPr>
              <a:t>Courts, insurers and newsrooms adjudicate authenticity case by case with no shared standard, and detection accuracy falls as generation improves.</a:t>
            </a:r>
            <a:endParaRPr sz="835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pc="91" sz="990">
                <a:solidFill>
                  <a:schemeClr val="accent2"/>
                </a:solidFill>
              </a:rPr>
              <a:t>Is it important</a:t>
            </a:r>
            <a:endParaRPr b="1" spc="91" sz="99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835">
                <a:solidFill>
                  <a:srgbClr val="101816"/>
                </a:solidFill>
              </a:rPr>
              <a:t>Proof of origin is an input to claims, contracts, evidence and elections. When it fails, the cost lands on institutions that must decide anyway.</a:t>
            </a:r>
            <a:endParaRPr sz="835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pc="91" sz="1090">
                <a:solidFill>
                  <a:schemeClr val="accent2"/>
                </a:solidFill>
              </a:rPr>
              <a:t>Is it addressable</a:t>
            </a:r>
            <a:endParaRPr b="1" spc="91" sz="109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835">
                <a:solidFill>
                  <a:srgbClr val="101816"/>
                </a:solidFill>
              </a:rPr>
              <a:t>Attestation at the point of capture is technically solved. What is missing is a standard and a first adopter — commercial, not research.</a:t>
            </a:r>
            <a:endParaRPr sz="835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pc="-20" sz="1190">
              <a:solidFill>
                <a:srgbClr val="101816"/>
              </a:solidFill>
              <a:highlight>
                <a:srgbClr val="F4F6F2"/>
              </a:highlight>
            </a:endParaRPr>
          </a:p>
        </p:txBody>
      </p:sp>
      <p:sp>
        <p:nvSpPr>
          <p:cNvPr id="2131" name="Google Shape;2131;p84"/>
          <p:cNvSpPr txBox="1"/>
          <p:nvPr>
            <p:ph idx="1" type="body"/>
          </p:nvPr>
        </p:nvSpPr>
        <p:spPr>
          <a:xfrm>
            <a:off x="2701210" y="967875"/>
            <a:ext cx="2676000" cy="3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pc="-20" sz="1400">
                <a:solidFill>
                  <a:srgbClr val="101816"/>
                </a:solidFill>
              </a:rPr>
              <a:t>The Authenticity Premium</a:t>
            </a:r>
            <a:endParaRPr b="1" spc="-20" sz="1400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spc="-20" sz="1163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888">
                <a:solidFill>
                  <a:srgbClr val="101816"/>
                </a:solidFill>
              </a:rPr>
              <a:t>As synthetic supply approaches infinity, human origin stops being the default condition and becomes a claimable, priceable attribute — while the claim itself stays unverifiable and self-asserted.</a:t>
            </a:r>
            <a:endParaRPr sz="888">
              <a:solidFill>
                <a:srgbClr val="10181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pc="91" sz="1050">
                <a:solidFill>
                  <a:schemeClr val="accent2"/>
                </a:solidFill>
              </a:rPr>
              <a:t>Is it real</a:t>
            </a:r>
            <a:endParaRPr b="1" spc="91" sz="10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856">
                <a:solidFill>
                  <a:srgbClr val="101816"/>
                </a:solidFill>
              </a:rPr>
              <a:t>Willingness to pay for human-made is visible in live performance and named-byline work, but nothing separates the honest claim from the cheap one.</a:t>
            </a:r>
            <a:endParaRPr sz="856">
              <a:solidFill>
                <a:srgbClr val="10181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pc="91" sz="1050">
                <a:solidFill>
                  <a:schemeClr val="accent2"/>
                </a:solidFill>
              </a:rPr>
              <a:t>Is it important</a:t>
            </a:r>
            <a:endParaRPr b="1" spc="91" sz="10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856">
                <a:solidFill>
                  <a:srgbClr val="101816"/>
                </a:solidFill>
              </a:rPr>
              <a:t>Every industrialized craft grew a certified counter-market. The durable margin accrued to whoever owned the audit, not to the maker.</a:t>
            </a:r>
            <a:endParaRPr sz="856">
              <a:solidFill>
                <a:srgbClr val="10181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pc="91" sz="1050">
                <a:solidFill>
                  <a:schemeClr val="accent2"/>
                </a:solidFill>
              </a:rPr>
              <a:t>Is it addressable</a:t>
            </a:r>
            <a:endParaRPr b="1" spc="91" sz="10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856">
                <a:solidFill>
                  <a:srgbClr val="101816"/>
                </a:solidFill>
              </a:rPr>
              <a:t>Certification needs a defensible audit method, and that depends on the provenance gap closing first. Sequenced, not parallel.</a:t>
            </a:r>
            <a:endParaRPr sz="856">
              <a:solidFill>
                <a:srgbClr val="10181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125"/>
          </a:p>
        </p:txBody>
      </p:sp>
      <p:sp>
        <p:nvSpPr>
          <p:cNvPr id="2132" name="Google Shape;2132;p84"/>
          <p:cNvSpPr txBox="1"/>
          <p:nvPr>
            <p:ph idx="1" type="body"/>
          </p:nvPr>
        </p:nvSpPr>
        <p:spPr>
          <a:xfrm>
            <a:off x="5515185" y="967875"/>
            <a:ext cx="267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pc="-20" sz="1445">
                <a:solidFill>
                  <a:srgbClr val="101816"/>
                </a:solidFill>
              </a:rPr>
              <a:t>The Accountability Vacuum</a:t>
            </a:r>
            <a:endParaRPr b="1" spc="-20" sz="1445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pc="-20" sz="1445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850">
                <a:solidFill>
                  <a:srgbClr val="101816"/>
                </a:solidFill>
              </a:rPr>
              <a:t>Synthetic publishing scales output past the point where any human reviewed it, while liability still assumes a publisher who did. Volume grows; the party who answers for it disappears.</a:t>
            </a:r>
            <a:endParaRPr sz="850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pc="91" sz="1050">
                <a:solidFill>
                  <a:schemeClr val="accent2"/>
                </a:solidFill>
              </a:rPr>
              <a:t>Is it real</a:t>
            </a:r>
            <a:endParaRPr b="1" spc="91" sz="10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893">
                <a:solidFill>
                  <a:srgbClr val="101816"/>
                </a:solidFill>
              </a:rPr>
              <a:t>Output already exceeds review capacity. Case law is unsettled and the first large judgments have not landed.</a:t>
            </a:r>
            <a:endParaRPr sz="893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pc="91" sz="1050">
                <a:solidFill>
                  <a:schemeClr val="accent2"/>
                </a:solidFill>
              </a:rPr>
              <a:t>Is it important</a:t>
            </a:r>
            <a:endParaRPr b="1" spc="91" sz="10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893">
                <a:solidFill>
                  <a:srgbClr val="101816"/>
                </a:solidFill>
              </a:rPr>
              <a:t>Unpriced risk blocks adoption. Anyone wanting to publish at machine scale needs a party to absorb the tail, or the work does not ship.</a:t>
            </a:r>
            <a:endParaRPr sz="893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pc="91" sz="1050">
                <a:solidFill>
                  <a:schemeClr val="accent2"/>
                </a:solidFill>
              </a:rPr>
              <a:t>Is it addressable</a:t>
            </a:r>
            <a:endParaRPr b="1" spc="91" sz="10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893">
                <a:solidFill>
                  <a:srgbClr val="101816"/>
                </a:solidFill>
              </a:rPr>
              <a:t>Pricing requires loss data that only exists after claims are made, so position is won early and compounds.</a:t>
            </a:r>
            <a:endParaRPr sz="893">
              <a:solidFill>
                <a:srgbClr val="101816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30"/>
          </a:p>
        </p:txBody>
      </p:sp>
      <p:grpSp>
        <p:nvGrpSpPr>
          <p:cNvPr id="2133" name="Google Shape;2133;p84"/>
          <p:cNvGrpSpPr/>
          <p:nvPr/>
        </p:nvGrpSpPr>
        <p:grpSpPr>
          <a:xfrm>
            <a:off x="3758674" y="435658"/>
            <a:ext cx="4526346" cy="339497"/>
            <a:chOff x="-37025" y="4000475"/>
            <a:chExt cx="4608375" cy="345650"/>
          </a:xfrm>
        </p:grpSpPr>
        <p:grpSp>
          <p:nvGrpSpPr>
            <p:cNvPr id="2134" name="Google Shape;2134;p84"/>
            <p:cNvGrpSpPr/>
            <p:nvPr/>
          </p:nvGrpSpPr>
          <p:grpSpPr>
            <a:xfrm>
              <a:off x="3892925" y="4000475"/>
              <a:ext cx="678425" cy="345650"/>
              <a:chOff x="1707475" y="3517175"/>
              <a:chExt cx="678425" cy="345650"/>
            </a:xfrm>
          </p:grpSpPr>
          <p:grpSp>
            <p:nvGrpSpPr>
              <p:cNvPr id="2135" name="Google Shape;2135;p84"/>
              <p:cNvGrpSpPr/>
              <p:nvPr/>
            </p:nvGrpSpPr>
            <p:grpSpPr>
              <a:xfrm>
                <a:off x="1707475" y="3750025"/>
                <a:ext cx="678425" cy="112800"/>
                <a:chOff x="1707475" y="3750025"/>
                <a:chExt cx="678425" cy="112800"/>
              </a:xfrm>
            </p:grpSpPr>
            <p:sp>
              <p:nvSpPr>
                <p:cNvPr id="2136" name="Google Shape;2136;p84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7" name="Google Shape;2137;p84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8" name="Google Shape;2138;p84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39" name="Google Shape;2139;p84"/>
              <p:cNvGrpSpPr/>
              <p:nvPr/>
            </p:nvGrpSpPr>
            <p:grpSpPr>
              <a:xfrm>
                <a:off x="1707475" y="3517175"/>
                <a:ext cx="678425" cy="112800"/>
                <a:chOff x="1707475" y="3750025"/>
                <a:chExt cx="678425" cy="112800"/>
              </a:xfrm>
            </p:grpSpPr>
            <p:sp>
              <p:nvSpPr>
                <p:cNvPr id="2140" name="Google Shape;2140;p84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1" name="Google Shape;2141;p84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2" name="Google Shape;2142;p84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143" name="Google Shape;2143;p84"/>
            <p:cNvGrpSpPr/>
            <p:nvPr/>
          </p:nvGrpSpPr>
          <p:grpSpPr>
            <a:xfrm>
              <a:off x="1927950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2144" name="Google Shape;2144;p84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2145" name="Google Shape;2145;p84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6" name="Google Shape;2146;p84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7" name="Google Shape;2147;p84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8" name="Google Shape;2148;p84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9" name="Google Shape;2149;p84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0" name="Google Shape;2150;p84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1" name="Google Shape;2151;p84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52" name="Google Shape;2152;p84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2153" name="Google Shape;2153;p84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4" name="Google Shape;2154;p84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5" name="Google Shape;2155;p84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6" name="Google Shape;2156;p84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7" name="Google Shape;2157;p84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8" name="Google Shape;2158;p84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9" name="Google Shape;2159;p84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160" name="Google Shape;2160;p84"/>
            <p:cNvGrpSpPr/>
            <p:nvPr/>
          </p:nvGrpSpPr>
          <p:grpSpPr>
            <a:xfrm>
              <a:off x="-37025" y="4000475"/>
              <a:ext cx="1809675" cy="345650"/>
              <a:chOff x="1707475" y="3517175"/>
              <a:chExt cx="1809675" cy="345650"/>
            </a:xfrm>
          </p:grpSpPr>
          <p:grpSp>
            <p:nvGrpSpPr>
              <p:cNvPr id="2161" name="Google Shape;2161;p84"/>
              <p:cNvGrpSpPr/>
              <p:nvPr/>
            </p:nvGrpSpPr>
            <p:grpSpPr>
              <a:xfrm>
                <a:off x="1707475" y="351717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2162" name="Google Shape;2162;p84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3" name="Google Shape;2163;p84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4" name="Google Shape;2164;p84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5" name="Google Shape;2165;p84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6" name="Google Shape;2166;p84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7" name="Google Shape;2167;p84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8" name="Google Shape;2168;p84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69" name="Google Shape;2169;p84"/>
              <p:cNvGrpSpPr/>
              <p:nvPr/>
            </p:nvGrpSpPr>
            <p:grpSpPr>
              <a:xfrm>
                <a:off x="1707475" y="3750025"/>
                <a:ext cx="1809675" cy="112800"/>
                <a:chOff x="1707475" y="3750025"/>
                <a:chExt cx="1809675" cy="112800"/>
              </a:xfrm>
            </p:grpSpPr>
            <p:sp>
              <p:nvSpPr>
                <p:cNvPr id="2170" name="Google Shape;2170;p84"/>
                <p:cNvSpPr/>
                <p:nvPr/>
              </p:nvSpPr>
              <p:spPr>
                <a:xfrm>
                  <a:off x="3404350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1" name="Google Shape;2171;p84"/>
                <p:cNvSpPr/>
                <p:nvPr/>
              </p:nvSpPr>
              <p:spPr>
                <a:xfrm>
                  <a:off x="3121538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2" name="Google Shape;2172;p84"/>
                <p:cNvSpPr/>
                <p:nvPr/>
              </p:nvSpPr>
              <p:spPr>
                <a:xfrm>
                  <a:off x="2838725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3" name="Google Shape;2173;p84"/>
                <p:cNvSpPr/>
                <p:nvPr/>
              </p:nvSpPr>
              <p:spPr>
                <a:xfrm>
                  <a:off x="2555913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4" name="Google Shape;2174;p84"/>
                <p:cNvSpPr/>
                <p:nvPr/>
              </p:nvSpPr>
              <p:spPr>
                <a:xfrm>
                  <a:off x="1990288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5" name="Google Shape;2175;p84"/>
                <p:cNvSpPr/>
                <p:nvPr/>
              </p:nvSpPr>
              <p:spPr>
                <a:xfrm>
                  <a:off x="1707475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6" name="Google Shape;2176;p84"/>
                <p:cNvSpPr/>
                <p:nvPr/>
              </p:nvSpPr>
              <p:spPr>
                <a:xfrm>
                  <a:off x="2273100" y="3750025"/>
                  <a:ext cx="112800" cy="112800"/>
                </a:xfrm>
                <a:prstGeom prst="ellipse">
                  <a:avLst/>
                </a:prstGeom>
                <a:solidFill>
                  <a:srgbClr val="C5C5C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ocial Media Agency Pitch Deck by Slidesgo">
  <a:themeElements>
    <a:clrScheme name="Simple Light">
      <a:dk1>
        <a:srgbClr val="272727"/>
      </a:dk1>
      <a:lt1>
        <a:srgbClr val="EDE7E0"/>
      </a:lt1>
      <a:dk2>
        <a:srgbClr val="C44937"/>
      </a:dk2>
      <a:lt2>
        <a:srgbClr val="CF724B"/>
      </a:lt2>
      <a:accent1>
        <a:srgbClr val="E2AB58"/>
      </a:accent1>
      <a:accent2>
        <a:srgbClr val="68AAA6"/>
      </a:accent2>
      <a:accent3>
        <a:srgbClr val="316584"/>
      </a:accent3>
      <a:accent4>
        <a:srgbClr val="152345"/>
      </a:accent4>
      <a:accent5>
        <a:srgbClr val="C5C5C5"/>
      </a:accent5>
      <a:accent6>
        <a:srgbClr val="FFFFFF"/>
      </a:accent6>
      <a:hlink>
        <a:srgbClr val="2727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ocial Media Agency Pitch Deck by Slidesgo">
  <a:themeElements>
    <a:clrScheme name="Simple Light">
      <a:dk1>
        <a:srgbClr val="272727"/>
      </a:dk1>
      <a:lt1>
        <a:srgbClr val="EDE7E0"/>
      </a:lt1>
      <a:dk2>
        <a:srgbClr val="C44937"/>
      </a:dk2>
      <a:lt2>
        <a:srgbClr val="CF724B"/>
      </a:lt2>
      <a:accent1>
        <a:srgbClr val="E2AB58"/>
      </a:accent1>
      <a:accent2>
        <a:srgbClr val="68AAA6"/>
      </a:accent2>
      <a:accent3>
        <a:srgbClr val="316584"/>
      </a:accent3>
      <a:accent4>
        <a:srgbClr val="152345"/>
      </a:accent4>
      <a:accent5>
        <a:srgbClr val="C5C5C5"/>
      </a:accent5>
      <a:accent6>
        <a:srgbClr val="FFFFFF"/>
      </a:accent6>
      <a:hlink>
        <a:srgbClr val="2727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